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414" r:id="rId11"/>
    <p:sldId id="415" r:id="rId12"/>
    <p:sldId id="388" r:id="rId13"/>
    <p:sldId id="351" r:id="rId14"/>
    <p:sldId id="361" r:id="rId15"/>
    <p:sldId id="412" r:id="rId16"/>
    <p:sldId id="371" r:id="rId17"/>
    <p:sldId id="413" r:id="rId18"/>
    <p:sldId id="280" r:id="rId19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Montserrat Black" panose="00000A00000000000000" pitchFamily="2" charset="0"/>
      <p:bold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A1851-A1A4-56AE-F4F7-17B304D18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8D9DD3-F259-E3A4-8482-0FB8A5FA9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5738C47-DC60-1FA5-FA8D-E7C67734A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278072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8DE4-3412-9088-B1B4-79869F94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008E0C-A5B4-91BC-3FDB-E307F83D1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7A4750-F976-FE9C-D318-EA85711B3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25484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25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D3E6BF1-2B6D-094B-26E2-5E3E94507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7955"/>
            <a:ext cx="9144000" cy="341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751E9B4-5E31-C281-172E-B38F6ED64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1405"/>
            <a:ext cx="9144000" cy="2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8FFCEEC-A0F4-4F8D-454D-AAACC028B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206082F-D4C6-8856-C9C6-356214DB6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206" y="1171370"/>
            <a:ext cx="5639587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A064CB-E987-53FA-6BD8-FC4F785F4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128"/>
            <a:ext cx="9144000" cy="331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1B8A7F3-D951-8B38-314B-07596C3AC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8F6131-7608-3359-1CB4-C0F113775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A573263-9E4D-6B5A-E330-5DD4E8886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31" y="521758"/>
            <a:ext cx="7973538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0E934-0A8C-9C3C-BF5A-BE8DDF12B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F6149240-C34C-D946-C0AE-4D5D2E340038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FC9ACF0-0FB6-D3F3-8BD0-643AE3B97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53" y="521758"/>
            <a:ext cx="7855093" cy="3006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19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BF25A5-4702-3E49-A0CB-7D32C4F11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1D9F8713-584F-5DB2-99A4-71CC77D22989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D905C5C-C06D-DF56-AB71-D818E6AEB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84" y="1312832"/>
            <a:ext cx="7935432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01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EA327C-1BCD-121F-D6AB-5DC7A8B77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7730"/>
            <a:ext cx="9144000" cy="3368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66FD91-37C7-55C3-220F-FC4025E74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6988"/>
            <a:ext cx="9144000" cy="26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DD9CCA-9BBE-B4EA-029E-A2472A42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984"/>
            <a:ext cx="9144000" cy="31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031829-7D83-2FA3-275A-D1F3330EE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6028"/>
            <a:ext cx="9144000" cy="281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115144-266E-E368-2513-75F21D9B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793"/>
            <a:ext cx="9144000" cy="3892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EC554CF-2C26-3B0B-2D0C-75F06B979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5774"/>
            <a:ext cx="9144000" cy="301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4743</TotalTime>
  <Words>87</Words>
  <Application>Microsoft Office PowerPoint</Application>
  <PresentationFormat>Presentación en pantalla (16:9)</PresentationFormat>
  <Paragraphs>21</Paragraphs>
  <Slides>18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475</cp:revision>
  <dcterms:modified xsi:type="dcterms:W3CDTF">2026-08-25T16:20:43Z</dcterms:modified>
</cp:coreProperties>
</file>