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0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414" r:id="rId11"/>
    <p:sldId id="415" r:id="rId12"/>
    <p:sldId id="388" r:id="rId13"/>
    <p:sldId id="351" r:id="rId14"/>
    <p:sldId id="361" r:id="rId15"/>
    <p:sldId id="412" r:id="rId16"/>
    <p:sldId id="371" r:id="rId17"/>
    <p:sldId id="413" r:id="rId18"/>
    <p:sldId id="280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lack" panose="00000A00000000000000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A1851-A1A4-56AE-F4F7-17B304D1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C8D9DD3-F259-E3A4-8482-0FB8A5FA9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738C47-DC60-1FA5-FA8D-E7C67734A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8072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58DE4-3412-9088-B1B4-79869F94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008E0C-A5B4-91BC-3FDB-E307F83D1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57A4750-F976-FE9C-D318-EA85711B3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5484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25</a:t>
            </a:r>
            <a:r>
              <a:rPr lang="es-MX" sz="1600" dirty="0">
                <a:solidFill>
                  <a:srgbClr val="D8AB72"/>
                </a:solidFill>
              </a:rPr>
              <a:t>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D3E6BF1-2B6D-094B-26E2-5E3E94507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7955"/>
            <a:ext cx="9144000" cy="341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751E9B4-5E31-C281-172E-B38F6ED64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1405"/>
            <a:ext cx="9144000" cy="246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8FFCEEC-A0F4-4F8D-454D-AAACC028B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06082F-D4C6-8856-C9C6-356214DB6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206" y="1171370"/>
            <a:ext cx="5639587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0A064CB-E987-53FA-6BD8-FC4F785F4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5128"/>
            <a:ext cx="9144000" cy="331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B8A7F3-D951-8B38-314B-07596C3AC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68F6131-7608-3359-1CB4-C0F11377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A573263-9E4D-6B5A-E330-5DD4E8886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31" y="521758"/>
            <a:ext cx="7973538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0E934-0A8C-9C3C-BF5A-BE8DDF12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F6149240-C34C-D946-C0AE-4D5D2E340038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C9ACF0-0FB6-D3F3-8BD0-643AE3B97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53" y="521758"/>
            <a:ext cx="7855093" cy="300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19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F25A5-4702-3E49-A0CB-7D32C4F11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D9F8713-584F-5DB2-99A4-71CC77D22989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905C5C-C06D-DF56-AB71-D818E6AEB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84" y="1312832"/>
            <a:ext cx="7935432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01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031D92-2011-E264-A471-CAD410959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4510"/>
            <a:ext cx="9144000" cy="339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B06B157-8230-64EA-F852-D7C2A5860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121"/>
            <a:ext cx="9144000" cy="263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D1BFD4-FAF1-34EF-F14D-80B1EC00F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082"/>
            <a:ext cx="9144000" cy="389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567C1CC-EF3F-AAA4-D733-D71CB3BF1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1048"/>
            <a:ext cx="9144000" cy="278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6F5479-7467-5803-4022-144D60B0A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2966"/>
            <a:ext cx="9144000" cy="210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88315B-74C6-3057-B733-E7DE1A6CD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339" y="395912"/>
            <a:ext cx="5132298" cy="461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4744</TotalTime>
  <Words>87</Words>
  <Application>Microsoft Office PowerPoint</Application>
  <PresentationFormat>Presentación en pantalla (16:9)</PresentationFormat>
  <Paragraphs>21</Paragraphs>
  <Slides>18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476</cp:revision>
  <dcterms:modified xsi:type="dcterms:W3CDTF">2026-08-26T00:31:37Z</dcterms:modified>
</cp:coreProperties>
</file>