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98" r:id="rId10"/>
    <p:sldId id="388" r:id="rId11"/>
    <p:sldId id="351" r:id="rId12"/>
    <p:sldId id="369" r:id="rId13"/>
    <p:sldId id="371" r:id="rId14"/>
    <p:sldId id="399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>
                <a:solidFill>
                  <a:srgbClr val="D8AB72"/>
                </a:solidFill>
              </a:rPr>
              <a:t>08 </a:t>
            </a:r>
            <a:r>
              <a:rPr lang="es-MX" sz="1600" dirty="0">
                <a:solidFill>
                  <a:srgbClr val="D8AB72"/>
                </a:solidFill>
              </a:rPr>
              <a:t>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6C8457-0982-3B0E-75F5-D6BA311AA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2774"/>
            <a:ext cx="9144000" cy="34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6EB05C-9A2F-ED50-807A-526AB7F81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2451"/>
            <a:ext cx="9144000" cy="245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AA6BFCD-857A-7E24-CF33-DE2EB8F3D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23" y="620258"/>
            <a:ext cx="8027354" cy="404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7BBC53-7A55-3645-C06A-A5D4D45D2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71" y="1038001"/>
            <a:ext cx="7935432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52AB21-557D-B2BB-FDA3-32799051D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304"/>
            <a:ext cx="9144000" cy="342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9244C1-950C-B12F-06A0-6646927EB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21A2E73-8CBC-33B7-C507-313329B0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564A-4863-8A17-FDE9-1251B67B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EC81451-69F4-5FF6-96C1-40C07E1604C9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20B384-86D1-80BC-690B-FF5672CC2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781" y="1482981"/>
            <a:ext cx="4555413" cy="232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73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EBB54A-06FE-20B3-BA58-C7C32EADC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382"/>
            <a:ext cx="9144000" cy="338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B00437-3C43-12DE-DD61-2F791E2FB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96895"/>
            <a:ext cx="9144000" cy="259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C5376A-888F-0A22-1029-01A99873A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697"/>
            <a:ext cx="9144000" cy="385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347343-EF18-051D-088B-FEF6876C4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723"/>
            <a:ext cx="9144000" cy="278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CBBA063-3602-66C4-23BC-1A4736D9D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3759"/>
            <a:ext cx="9144000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4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461026-F176-6C16-FECF-24E96DC1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924"/>
            <a:ext cx="9144000" cy="383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4057</TotalTime>
  <Words>70</Words>
  <Application>Microsoft Office PowerPoint</Application>
  <PresentationFormat>Presentación en pantalla (16:9)</PresentationFormat>
  <Paragraphs>18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394</cp:revision>
  <dcterms:modified xsi:type="dcterms:W3CDTF">2026-06-09T00:56:21Z</dcterms:modified>
</cp:coreProperties>
</file>