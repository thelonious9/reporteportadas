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414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20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100808B-92A4-7552-F65B-5BDB57F6F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8177"/>
            <a:ext cx="9144000" cy="3427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74B09D5-3E47-1A22-E1A1-B3061DAA8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3888"/>
            <a:ext cx="9144000" cy="2458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Temas 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A1F338A-B738-6D89-FA59-6AE30C12C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68152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15D480C-DFB5-64AD-1B15-D07672E14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714375"/>
            <a:ext cx="8001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A131440-9F80-0C72-77CD-7C520C7DB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8981"/>
            <a:ext cx="9144000" cy="3468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FA52F42-A635-1542-7E7C-58CF370EE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54107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3D1B4508-55E1-1711-AB7C-801B9578F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E8F8F1B-5B81-6188-5DFD-E4945DE87F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1650" y="1747837"/>
            <a:ext cx="5600700" cy="1647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0EADD2D-C076-1BE6-D96C-7FB5A679F1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81036"/>
            <a:ext cx="9144000" cy="3524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3EAE4BA-BA48-6E28-0ECC-1A9FE3BA72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93547"/>
            <a:ext cx="9144000" cy="2699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0013126-FA36-601A-007A-6F1DAB13F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9347"/>
            <a:ext cx="9144000" cy="3787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5136F35-4EBE-D734-ED43-6912065BF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44311"/>
            <a:ext cx="9144000" cy="279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FECE25-AC21-A7D3-5461-977DF578F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4E866DD6-383B-7387-A9D4-E1185B62D9D3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Impactos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D4937C8-1E0D-EC89-4E3A-AFC585918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50901"/>
            <a:ext cx="9144000" cy="3784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355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8281C81-04DC-3C59-5B11-949D7B25B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841" y="364105"/>
            <a:ext cx="6835293" cy="4779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4985</TotalTime>
  <Words>76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543</cp:revision>
  <dcterms:modified xsi:type="dcterms:W3CDTF">2026-10-20T22:46:56Z</dcterms:modified>
</cp:coreProperties>
</file>