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414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20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00808B-92A4-7552-F65B-5BDB57F6F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8177"/>
            <a:ext cx="9144000" cy="34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4B09D5-3E47-1A22-E1A1-B3061DAA8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3888"/>
            <a:ext cx="9144000" cy="245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1F338A-B738-6D89-FA59-6AE30C12C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681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5D480C-DFB5-64AD-1B15-D07672E14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714375"/>
            <a:ext cx="8001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131440-9F80-0C72-77CD-7C520C7DB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981"/>
            <a:ext cx="9144000" cy="346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A52F42-A635-1542-7E7C-58CF370EE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D1B4508-55E1-1711-AB7C-801B9578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8F8F1B-5B81-6188-5DFD-E4945DE87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1747837"/>
            <a:ext cx="56007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2D394B-757E-7B50-3BFF-7AD80DC35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928"/>
            <a:ext cx="9144000" cy="33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A63A79-634E-2134-21A9-4DCE88FDE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8316"/>
            <a:ext cx="9144000" cy="266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12DDF7-F886-F08D-D5E8-014EE3CA5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306"/>
            <a:ext cx="9144000" cy="381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067AF5-2841-B53E-36AE-C836F31B0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7808"/>
            <a:ext cx="9144000" cy="283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052C75-45C7-F2B2-471A-EA7F89BA8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580575"/>
            <a:ext cx="9144000" cy="212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481D56-6AE3-6B79-3F51-18E8568BB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6" y="395912"/>
            <a:ext cx="54959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4983</TotalTime>
  <Words>76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542</cp:revision>
  <dcterms:modified xsi:type="dcterms:W3CDTF">2026-10-20T16:33:58Z</dcterms:modified>
</cp:coreProperties>
</file>