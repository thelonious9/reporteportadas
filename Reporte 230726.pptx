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0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9" r:id="rId13"/>
    <p:sldId id="361" r:id="rId14"/>
    <p:sldId id="371" r:id="rId15"/>
    <p:sldId id="400" r:id="rId16"/>
    <p:sldId id="409" r:id="rId17"/>
    <p:sldId id="410" r:id="rId18"/>
    <p:sldId id="280" r:id="rId19"/>
  </p:sldIdLst>
  <p:sldSz cx="9144000" cy="5143500" type="screen16x9"/>
  <p:notesSz cx="6858000" cy="9144000"/>
  <p:embeddedFontLst>
    <p:embeddedFont>
      <p:font typeface="Montserrat" pitchFamily="2" charset="0"/>
      <p:regular r:id="rId21"/>
      <p:bold r:id="rId22"/>
      <p:italic r:id="rId23"/>
      <p:boldItalic r:id="rId24"/>
    </p:embeddedFont>
    <p:embeddedFont>
      <p:font typeface="Montserrat Black" pitchFamily="2" charset="0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74" d="100"/>
          <a:sy n="74" d="100"/>
        </p:scale>
        <p:origin x="988" y="52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2</a:t>
            </a:r>
            <a:r>
              <a:rPr lang="es-MX" sz="1600" dirty="0">
                <a:solidFill>
                  <a:srgbClr val="D8AB72"/>
                </a:solidFill>
              </a:rPr>
              <a:t>3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de julio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627C7B3-BEFE-AF6A-67D5-DD11DC14A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220"/>
            <a:ext cx="9144000" cy="423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913BF4A-AB1A-6E8B-92A3-C27BBA96E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2553"/>
            <a:ext cx="9144000" cy="310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2CF7F45-F47D-D2BD-2AF9-41EB926CA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650" y="598458"/>
            <a:ext cx="6947676" cy="444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1555C00-5759-E11E-88AF-CA66D7C55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616" y="658594"/>
            <a:ext cx="6967741" cy="396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8BF90E2-2743-48B1-CFAC-BE54EDFF6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7076"/>
            <a:ext cx="9144000" cy="4232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2614245-C67A-D81E-96F7-E15646FD6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17" y="589831"/>
            <a:ext cx="6906541" cy="442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D0FDBD4-92DB-50A1-10A1-4364C7712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947" y="523220"/>
            <a:ext cx="7141082" cy="457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CA9E906-3164-EB4C-52E4-4B36F2651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868" y="1111175"/>
            <a:ext cx="7074264" cy="292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9F7D12F-7B28-1A0D-7435-5BCFBBE91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1642"/>
            <a:ext cx="9144000" cy="3463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9E1908A-AE81-D851-C9B7-86DA88BD9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2704"/>
            <a:ext cx="9144000" cy="253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15C8986-2606-1EB0-18D9-556BF2A02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8219"/>
            <a:ext cx="9105745" cy="358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DEDF3CD-E777-931D-B097-02F4B003B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3947"/>
            <a:ext cx="9144000" cy="269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D8D2150-0B74-ABCA-3B9D-6D63EE478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2522"/>
            <a:ext cx="9144000" cy="371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7C59986-F48B-C2F8-8717-714125E0D234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23E6073-EF60-D1E5-29DB-DC2542D07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128" y="549663"/>
            <a:ext cx="6095742" cy="418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20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8F33B-D4C2-69B9-41F6-41C84D7C6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97EF713-3931-DE0E-C995-210D06FA1D20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5B7BC87-7F62-9B4C-DCB9-DAEAF479C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277" y="623784"/>
            <a:ext cx="5264421" cy="403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06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2AF5B-2834-1C0B-9725-5773781D8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338F291-9C8E-D1F6-530E-8861F8F8369D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F305EB8-65BA-5644-DA77-9CCB6488A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34" y="679221"/>
            <a:ext cx="7810901" cy="4464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518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4343</TotalTime>
  <Words>83</Words>
  <Application>Microsoft Office PowerPoint</Application>
  <PresentationFormat>Presentación en pantalla (16:9)</PresentationFormat>
  <Paragraphs>21</Paragraphs>
  <Slides>18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Montserrat</vt:lpstr>
      <vt:lpstr>Arial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444</cp:revision>
  <dcterms:modified xsi:type="dcterms:W3CDTF">2026-07-23T19:02:34Z</dcterms:modified>
</cp:coreProperties>
</file>