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9" r:id="rId13"/>
    <p:sldId id="361" r:id="rId14"/>
    <p:sldId id="371" r:id="rId15"/>
    <p:sldId id="400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17 de julio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1DFAD6D-D872-A233-DB94-2142F03FD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6512" y="933334"/>
            <a:ext cx="9144000" cy="3419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940E95E-9B86-E02B-DB00-D4AB5CBD7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50072"/>
            <a:ext cx="9144000" cy="244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424606F-F58B-745A-F979-F08382CB7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383" y="609458"/>
            <a:ext cx="8070210" cy="406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DE481DB-7F3D-7010-8515-DD189B876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956" y="714106"/>
            <a:ext cx="7983064" cy="385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C07F77B-3B75-9E36-5C87-341C4D605E15}"/>
              </a:ext>
            </a:extLst>
          </p:cNvPr>
          <p:cNvSpPr txBox="1"/>
          <p:nvPr/>
        </p:nvSpPr>
        <p:spPr>
          <a:xfrm>
            <a:off x="0" y="2443133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b="1" dirty="0">
                <a:latin typeface="Montserrat" panose="00000500000000000000" pitchFamily="2" charset="0"/>
              </a:rPr>
              <a:t>No se registró información del gobernador en primeras planas</a:t>
            </a:r>
          </a:p>
        </p:txBody>
      </p:sp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F283126-4B5B-23E0-E546-3EEE6FBCA3A9}"/>
              </a:ext>
            </a:extLst>
          </p:cNvPr>
          <p:cNvSpPr txBox="1"/>
          <p:nvPr/>
        </p:nvSpPr>
        <p:spPr>
          <a:xfrm>
            <a:off x="0" y="2443133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b="1" dirty="0">
                <a:latin typeface="Montserrat" panose="00000500000000000000" pitchFamily="2" charset="0"/>
              </a:rPr>
              <a:t>No se registró información del gobernador en primeras planas</a:t>
            </a:r>
          </a:p>
        </p:txBody>
      </p:sp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7A6B2E3-26C1-F456-68D9-CE142DEEDF4A}"/>
              </a:ext>
            </a:extLst>
          </p:cNvPr>
          <p:cNvSpPr txBox="1"/>
          <p:nvPr/>
        </p:nvSpPr>
        <p:spPr>
          <a:xfrm>
            <a:off x="0" y="2443133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b="1" dirty="0">
                <a:latin typeface="Montserrat" panose="00000500000000000000" pitchFamily="2" charset="0"/>
              </a:rPr>
              <a:t>No se registró información del gobernador en primeras planas</a:t>
            </a:r>
          </a:p>
        </p:txBody>
      </p:sp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A48B59F-4FCB-5E5E-8DFD-0FEB64AAF9F4}"/>
              </a:ext>
            </a:extLst>
          </p:cNvPr>
          <p:cNvSpPr txBox="1"/>
          <p:nvPr/>
        </p:nvSpPr>
        <p:spPr>
          <a:xfrm>
            <a:off x="0" y="2443133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000" b="1" dirty="0">
                <a:latin typeface="Montserrat" panose="00000500000000000000" pitchFamily="2" charset="0"/>
              </a:rPr>
              <a:t>No se registró información del gobernador en primeras planas</a:t>
            </a:r>
          </a:p>
        </p:txBody>
      </p:sp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C2D511C-FEAB-BF9D-13C0-63D52EF4B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7844"/>
            <a:ext cx="9144000" cy="3510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AFC1CD7-9DC7-670A-6A95-36E062506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25" y="1326004"/>
            <a:ext cx="9144000" cy="2634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B9B9FD7-6285-9EA0-EDB1-D97F23A84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9195"/>
            <a:ext cx="9144000" cy="328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0D77439-E368-C13B-3232-56047BE84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1684"/>
            <a:ext cx="9144000" cy="2843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16DB45F-3E36-367A-995E-ADC164D59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2463"/>
            <a:ext cx="9144000" cy="3821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7C59986-F48B-C2F8-8717-714125E0D234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CA64EE3-E937-A910-7996-471F07553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6873"/>
            <a:ext cx="9144000" cy="263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820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4330</TotalTime>
  <Words>111</Words>
  <Application>Microsoft Office PowerPoint</Application>
  <PresentationFormat>Presentación en pantalla (16:9)</PresentationFormat>
  <Paragraphs>23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Montserrat Black</vt:lpstr>
      <vt:lpstr>Arial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438</cp:revision>
  <dcterms:modified xsi:type="dcterms:W3CDTF">2026-07-17T16:00:38Z</dcterms:modified>
</cp:coreProperties>
</file>