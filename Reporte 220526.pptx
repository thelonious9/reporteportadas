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365" r:id="rId3"/>
    <p:sldId id="352" r:id="rId4"/>
    <p:sldId id="393" r:id="rId5"/>
    <p:sldId id="378" r:id="rId6"/>
    <p:sldId id="394" r:id="rId7"/>
    <p:sldId id="395" r:id="rId8"/>
    <p:sldId id="396" r:id="rId9"/>
    <p:sldId id="388" r:id="rId10"/>
    <p:sldId id="351" r:id="rId11"/>
    <p:sldId id="369" r:id="rId12"/>
    <p:sldId id="361" r:id="rId13"/>
    <p:sldId id="371" r:id="rId14"/>
    <p:sldId id="398" r:id="rId15"/>
    <p:sldId id="384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06" y="120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D8FB4-E321-0E01-8262-6CF75FF3C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992D699-CFB9-7D9E-96EA-B379B7F5A6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055D00D-F622-9591-B42F-DD768852A2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466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21</a:t>
            </a: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 </a:t>
            </a:r>
            <a:r>
              <a:rPr lang="es-MX" sz="1600" dirty="0">
                <a:solidFill>
                  <a:srgbClr val="D8AB72"/>
                </a:solidFill>
              </a:rPr>
              <a:t> de mayo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14:00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1DFBA31-13C2-B8E2-CF42-6E578CC19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5926"/>
            <a:ext cx="9144000" cy="3814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40E6232-815A-3C73-A847-BE7760EDE3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3077"/>
            <a:ext cx="9144000" cy="2740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115B23-9219-C74D-1B93-EB466FF53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5272FFEB-F79A-B289-E2B0-F9E2F92695D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10AE3D9-55F5-8D29-C2D8-468BA00DC6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897" y="585900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791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7E757D4-DCEA-B91A-2611-993F6A8D8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248" y="431996"/>
            <a:ext cx="7512477" cy="261264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033E0C9-EE9D-BB35-77A4-1D0FB4E28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152" y="3044638"/>
            <a:ext cx="7849695" cy="140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895CBB-7EDA-678C-3FCC-2B16BA897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1286EB35-EF9C-CD29-A384-54A2E32DDA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CC108D5-6E34-D6F8-5F58-631090843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9009"/>
            <a:ext cx="9144000" cy="3805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205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C1EBBA-92C3-5476-C1AF-7F36B78D3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883E10B7-5306-FB47-3253-891CB7DAD4C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6CD5B48-7C3D-E888-2881-999414D61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3144"/>
            <a:ext cx="4535488" cy="358008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FEB071F-C959-1B1A-5235-AB2E6F580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488" y="853144"/>
            <a:ext cx="4608512" cy="3580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221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20EC88FD-15B2-677D-05EF-322F29B5CBF5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A053D0C-F22E-5FB5-96E0-3AAEDADF8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468" y="1180906"/>
            <a:ext cx="7983064" cy="278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487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519BA72-2701-F890-7AA0-077A8280D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7088"/>
            <a:ext cx="9144000" cy="4389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095C627-C188-9541-3CA9-CB99DACF4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3082"/>
            <a:ext cx="9144000" cy="3297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2B07F8C-FDF8-2A0B-AAB4-DA59922AD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0021"/>
            <a:ext cx="9144000" cy="4306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7944D54-F589-9B84-6DDF-3D6DE47FF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8304"/>
            <a:ext cx="9144000" cy="318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A4FB61B-2833-D781-8A7C-97C866609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5765"/>
            <a:ext cx="9144000" cy="2431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C7708-DCCA-DE7C-B9EB-ED6BAEAAD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2C3C8974-6B06-B7AB-35FE-D8F2FAD85529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78F5DAC-5985-EB5E-1A85-176F40E0E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5912"/>
            <a:ext cx="9144000" cy="4419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7557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5CA6E3AA-9467-5FF2-A182-F9C74DF835BA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Información emitida por radioescuchas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A58F4C4-21BA-DF1B-0429-6D2666521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9327"/>
            <a:ext cx="9144000" cy="3827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8881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3965</TotalTime>
  <Words>72</Words>
  <Application>Microsoft Office PowerPoint</Application>
  <PresentationFormat>Presentación en pantalla (16:9)</PresentationFormat>
  <Paragraphs>19</Paragraphs>
  <Slides>16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Montserrat Black</vt:lpstr>
      <vt:lpstr>Montserrat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375</cp:revision>
  <dcterms:modified xsi:type="dcterms:W3CDTF">2026-05-23T01:16:16Z</dcterms:modified>
</cp:coreProperties>
</file>