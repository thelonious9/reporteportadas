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0" r:id="rId16"/>
    <p:sldId id="280" r:id="rId17"/>
  </p:sldIdLst>
  <p:sldSz cx="9144000" cy="5143500" type="screen16x9"/>
  <p:notesSz cx="6858000" cy="9144000"/>
  <p:embeddedFontLs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Montserrat Black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74" d="100"/>
          <a:sy n="74" d="100"/>
        </p:scale>
        <p:origin x="988" y="6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04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06566F6-83B0-FDAF-7404-AB5B4BD53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3" y="609458"/>
            <a:ext cx="8070210" cy="406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D2403F-9DF3-C73C-815E-6337D74F5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2" y="723632"/>
            <a:ext cx="8021169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E1E489E-DE3D-045D-6A6C-C6BBB9427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8767"/>
            <a:ext cx="9144000" cy="336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D9FCF8-54A0-AE11-41CB-93BFCE78C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F9C84C-19FC-A0EF-7A41-223DE6F55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B33AD7-EA5B-4996-64AA-841D8978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062" y="1671502"/>
            <a:ext cx="6096851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7B49CC-F5D1-DAAE-FF58-066790FA9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329"/>
            <a:ext cx="9144000" cy="357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86D7BD1-D044-8066-4395-39AD69592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7617"/>
            <a:ext cx="9144000" cy="261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9E4D6A-1116-5E2F-DD8F-E930EC48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3248"/>
            <a:ext cx="9144000" cy="393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E1CEE2-7D08-0B5A-83E5-A7BAF6ACA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3466"/>
            <a:ext cx="9144000" cy="271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5F01C04-F283-D3C7-2485-E9686BC5A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457"/>
            <a:ext cx="9144000" cy="388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AC8E060-AB32-456A-E06C-94A6DFB72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322"/>
            <a:ext cx="9144000" cy="460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4439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Montserrat Black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457</cp:revision>
  <dcterms:modified xsi:type="dcterms:W3CDTF">2026-08-04T19:55:24Z</dcterms:modified>
</cp:coreProperties>
</file>