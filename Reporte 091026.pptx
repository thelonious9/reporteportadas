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</a:t>
            </a:r>
            <a:r>
              <a:rPr lang="es-MX" sz="1600" dirty="0">
                <a:solidFill>
                  <a:srgbClr val="D8AB72"/>
                </a:solidFill>
              </a:rPr>
              <a:t>9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A37C98-EEE9-F49C-5451-065D0EDCA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4512"/>
            <a:ext cx="9144000" cy="32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19792DA-B478-5835-F769-1A27026AA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3159"/>
            <a:ext cx="9144000" cy="2440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2776-FBA4-FE1C-8FAD-A20F50787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1984275-6BDF-1274-6F02-571D3095B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3791"/>
            <a:ext cx="9144000" cy="301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BC08A8A-C1F3-432A-F4CC-1B1EB78D2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590"/>
            <a:ext cx="9144000" cy="331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C769C7-15C1-54D2-B875-0834E5847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A8C2E2C-D0CB-CEB0-BEC9-5E2555881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EFC6B5-9E35-717E-9D65-4F5B731F0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950" y="1785938"/>
            <a:ext cx="53721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7FE6A62-28F3-A756-8DA1-29E554B79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3434"/>
            <a:ext cx="9144000" cy="401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EB3F1C2-FFE4-FDD0-28AB-999C26D84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173435"/>
            <a:ext cx="9144000" cy="293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A74B4A-D376-35E8-AC69-70A3E5B39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1130"/>
            <a:ext cx="9144000" cy="356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F83A1B9-6C73-96C3-B224-CCAF6CF40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7477"/>
            <a:ext cx="9144000" cy="237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229E0CC-60D7-1807-E465-144AA6BD0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768"/>
            <a:ext cx="9144000" cy="392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C061178-A8AD-EF13-5670-0698456F3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902" y="437734"/>
            <a:ext cx="6097172" cy="470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4920</TotalTime>
  <Words>77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529</cp:revision>
  <dcterms:modified xsi:type="dcterms:W3CDTF">2026-10-09T16:57:41Z</dcterms:modified>
</cp:coreProperties>
</file>