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9" r:id="rId13"/>
    <p:sldId id="361" r:id="rId14"/>
    <p:sldId id="371" r:id="rId15"/>
    <p:sldId id="410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</a:t>
            </a:r>
            <a:r>
              <a:rPr kumimoji="0" lang="es-MX" sz="1600" b="0" i="0" u="none" strike="noStrike" kern="0" cap="none" spc="0" normalizeH="0" baseline="0" noProof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: 27 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de julio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A5D1D51-8D64-568A-F447-F4B724053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4859"/>
            <a:ext cx="9144000" cy="3416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F586774-10AC-8B29-E902-23F4782F3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03070"/>
            <a:ext cx="9144000" cy="2480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041737B-6B5E-AE12-DBC6-1ECBB0E3D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02A6287-FA39-2DE5-164F-163BE0328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07" y="685527"/>
            <a:ext cx="7944959" cy="3915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46167E6-5F08-BD6C-A24D-DFBE5FBA9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44734"/>
            <a:ext cx="9144000" cy="3396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41F3D17-1AE6-9A6B-7C81-883F59EA4F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51CAB75-5DA5-F17A-30C0-3ED780630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5" y="998955"/>
            <a:ext cx="9144000" cy="3404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A12F929-F2AE-A43B-EEAC-ACEC236772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1352479"/>
            <a:ext cx="9144000" cy="2581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A403DB7-C9E3-5DAC-63E4-E9D2CF54A6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26411"/>
            <a:ext cx="9144000" cy="3633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A66E44C-1617-51DF-A2B7-DCCB4E32D7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7550"/>
            <a:ext cx="9144000" cy="257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190AF2E-0ECB-B794-3212-F8FA1CFEDD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700404"/>
            <a:ext cx="9144000" cy="3885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2AF5B-2834-1C0B-9725-5773781D8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E338F291-9C8E-D1F6-530E-8861F8F8369D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AD42CBC-2D84-2E95-FBAE-293638C80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17486"/>
            <a:ext cx="9144000" cy="2908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5189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4364</TotalTime>
  <Words>75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Montserrat Black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448</cp:revision>
  <dcterms:modified xsi:type="dcterms:W3CDTF">2026-07-27T15:07:49Z</dcterms:modified>
</cp:coreProperties>
</file>