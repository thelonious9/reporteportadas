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1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27 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CF93B33-039F-FBE0-0FE8-23E669846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9156"/>
            <a:ext cx="9144000" cy="3368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97368CE-33AB-2516-42F0-5FEDE5C1F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5971"/>
            <a:ext cx="9144000" cy="247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A48C07B-E9D1-B14A-4FB1-792F5FAB2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82" y="634658"/>
            <a:ext cx="7970212" cy="401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057D6D-BC62-A4A7-0F1F-A6A2DD632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20" y="661721"/>
            <a:ext cx="794495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A22620-4225-7ABD-D1C1-E122F01F9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9442"/>
            <a:ext cx="9144000" cy="33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BF1F805-93D5-B868-422D-D3B86101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39" y="631058"/>
            <a:ext cx="7984497" cy="40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EBC502C-33C7-91B4-B835-8F13F053E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A0F26D3-DA5E-C3C3-EA6B-329D53024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44727"/>
            <a:ext cx="9144000" cy="205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51CAB75-5DA5-F17A-30C0-3ED780630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998955"/>
            <a:ext cx="9144000" cy="340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12F929-F2AE-A43B-EEAC-ACEC23677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52479"/>
            <a:ext cx="9144000" cy="258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403DB7-C9E3-5DAC-63E4-E9D2CF54A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6411"/>
            <a:ext cx="9144000" cy="3633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A66E44C-1617-51DF-A2B7-DCCB4E32D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7550"/>
            <a:ext cx="9144000" cy="257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190AF2E-0ECB-B794-3212-F8FA1CFED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00404"/>
            <a:ext cx="9144000" cy="388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AF5B-2834-1C0B-9725-5773781D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8F291-9C8E-D1F6-530E-8861F8F8369D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AD42CBC-2D84-2E95-FBAE-293638C80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7486"/>
            <a:ext cx="9144000" cy="290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518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4361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 Black</vt:lpstr>
      <vt:lpstr>Arial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447</cp:revision>
  <dcterms:modified xsi:type="dcterms:W3CDTF">2026-07-27T15:02:35Z</dcterms:modified>
</cp:coreProperties>
</file>