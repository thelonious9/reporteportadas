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1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</a:t>
            </a: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: 27 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5D1D51-8D64-568A-F447-F4B72405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859"/>
            <a:ext cx="9144000" cy="341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586774-10AC-8B29-E902-23F4782F3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3070"/>
            <a:ext cx="9144000" cy="248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41737B-6B5E-AE12-DBC6-1ECBB0E3D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2A6287-FA39-2DE5-164F-163BE0328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07" y="685527"/>
            <a:ext cx="7944959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6167E6-5F08-BD6C-A24D-DFBE5FBA9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4734"/>
            <a:ext cx="9144000" cy="339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1F3D17-1AE6-9A6B-7C81-883F59EA4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3849C1-DE0E-5A2F-22E8-97D9F3786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95" y="652658"/>
            <a:ext cx="7898785" cy="398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328E95-DAB1-E47B-B648-AA8D052F8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1" y="895106"/>
            <a:ext cx="8173591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064897-1B3E-40EA-97AB-875095B9B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4996"/>
            <a:ext cx="9144000" cy="349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BB8E6A-F54B-5A99-5E16-D50E76D72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4928"/>
            <a:ext cx="9144000" cy="263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21EA75-856D-277B-1A9B-8BA334F0B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4437"/>
            <a:ext cx="9144000" cy="327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AC26AB-4849-FBE0-A3B4-D16F6A737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7657"/>
            <a:ext cx="9144000" cy="277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5CC990-7072-8460-970B-D6E11D402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319"/>
            <a:ext cx="9144000" cy="387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CC40BF-1128-16AB-54F3-9A3922A0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021"/>
            <a:ext cx="9144000" cy="373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4366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450</cp:revision>
  <dcterms:modified xsi:type="dcterms:W3CDTF">2026-07-27T23:27:40Z</dcterms:modified>
</cp:coreProperties>
</file>