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65" r:id="rId3"/>
    <p:sldId id="352" r:id="rId4"/>
    <p:sldId id="378" r:id="rId5"/>
    <p:sldId id="381" r:id="rId6"/>
    <p:sldId id="382" r:id="rId7"/>
    <p:sldId id="383" r:id="rId8"/>
    <p:sldId id="281" r:id="rId9"/>
    <p:sldId id="351" r:id="rId10"/>
    <p:sldId id="369" r:id="rId11"/>
    <p:sldId id="361" r:id="rId12"/>
    <p:sldId id="371" r:id="rId13"/>
    <p:sldId id="370" r:id="rId14"/>
    <p:sldId id="379" r:id="rId15"/>
    <p:sldId id="38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6F8"/>
    <a:srgbClr val="3A3A3A"/>
    <a:srgbClr val="691B31"/>
    <a:srgbClr val="D8AB72"/>
    <a:srgbClr val="B28D5E"/>
    <a:srgbClr val="DBC6A0"/>
    <a:srgbClr val="F6E3C5"/>
    <a:srgbClr val="BC955B"/>
    <a:srgbClr val="EEEEEE"/>
    <a:srgbClr val="CBCA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146" y="33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25 de marzo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99A876D-5AA4-6585-6044-52EE2500C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8503"/>
            <a:ext cx="9144000" cy="4250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873605E-7535-91D1-0EB6-4BA009AFAA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25338"/>
            <a:ext cx="9144000" cy="309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8FBAEF8-B9E2-4E40-8C1F-A26639825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42" y="1742959"/>
            <a:ext cx="7278116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1A10F16-34D0-99BC-C2CE-7357DD481141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03F1A9F-7B17-939B-A79C-9FDDB92E1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8185"/>
            <a:ext cx="9144000" cy="422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18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4F44EDBF-F722-BA58-0032-A9569851BA11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2AD0537-CE18-2CF8-EAB4-CDE1F3D38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4963" y="747205"/>
            <a:ext cx="1952898" cy="28579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1CD6B10-4ED8-2AB6-C8C6-7913090B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08890"/>
            <a:ext cx="4535488" cy="326859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40D0D848-A42F-2CBA-9A59-319826939B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88" y="1032995"/>
            <a:ext cx="4568080" cy="324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082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829C81F3-7718-5A18-6786-2D5DD51ED25E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75ABA45-EEA5-C0FC-F359-36856B88F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73" y="1738196"/>
            <a:ext cx="7906853" cy="166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61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9000" b="-19000"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C5230EE-89F1-505E-6FCA-F0BC7BE9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9165"/>
            <a:ext cx="9144000" cy="4425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1C71A37-DFA7-D049-235B-C04AB0537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6885"/>
            <a:ext cx="9144000" cy="3309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4C9F752-F248-B2EA-C35B-FE6787139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8717"/>
            <a:ext cx="9144000" cy="4346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9AAED57-01A1-C42F-F9A1-BCD38EAE4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5295"/>
            <a:ext cx="9144000" cy="3532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2E99A22-4620-E7E6-EBD6-FA5DD3AC9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0188"/>
            <a:ext cx="9144000" cy="2683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61BBA5E-61BF-A3A4-3FFC-54E367DDD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94019"/>
            <a:ext cx="9144000" cy="2555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C1A25-C9EE-F5E8-70B0-72848C496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D034C7B-D28A-2217-7904-DE5230378964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1A1DBF8-738A-7003-E18F-38A717839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2970"/>
            <a:ext cx="9144000" cy="3717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1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3CD2619-00B8-8B02-6415-81CE05D5337A}"/>
              </a:ext>
            </a:extLst>
          </p:cNvPr>
          <p:cNvSpPr txBox="1"/>
          <p:nvPr/>
        </p:nvSpPr>
        <p:spPr>
          <a:xfrm>
            <a:off x="2249488" y="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b="1" i="0" dirty="0">
                <a:solidFill>
                  <a:srgbClr val="611232"/>
                </a:solidFill>
                <a:effectLst/>
                <a:latin typeface="Segoe UI" panose="020B0502040204020203" pitchFamily="34" charset="0"/>
              </a:rPr>
              <a:t>Información Emitida por Radioescucha</a:t>
            </a:r>
            <a:endParaRPr lang="es-MX" sz="16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B0C6FCF-6BB2-1C90-11C7-E3F887EDC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99" y="490247"/>
            <a:ext cx="8068801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32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3167</TotalTime>
  <Words>85</Words>
  <Application>Microsoft Office PowerPoint</Application>
  <PresentationFormat>Presentación en pantalla (16:9)</PresentationFormat>
  <Paragraphs>19</Paragraphs>
  <Slides>16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Montserrat Black</vt:lpstr>
      <vt:lpstr>Montserrat</vt:lpstr>
      <vt:lpstr>Arial</vt:lpstr>
      <vt:lpstr>Segoe UI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317</cp:revision>
  <dcterms:modified xsi:type="dcterms:W3CDTF">2026-03-25T23:18:07Z</dcterms:modified>
</cp:coreProperties>
</file>