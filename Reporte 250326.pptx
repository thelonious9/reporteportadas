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365" r:id="rId3"/>
    <p:sldId id="352" r:id="rId4"/>
    <p:sldId id="378" r:id="rId5"/>
    <p:sldId id="381" r:id="rId6"/>
    <p:sldId id="382" r:id="rId7"/>
    <p:sldId id="383" r:id="rId8"/>
    <p:sldId id="281" r:id="rId9"/>
    <p:sldId id="351" r:id="rId10"/>
    <p:sldId id="369" r:id="rId11"/>
    <p:sldId id="361" r:id="rId12"/>
    <p:sldId id="371" r:id="rId13"/>
    <p:sldId id="370" r:id="rId14"/>
    <p:sldId id="379" r:id="rId15"/>
    <p:sldId id="380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italic r:id="rId24"/>
      <p:boldItalic r:id="rId25"/>
    </p:embeddedFont>
    <p:embeddedFont>
      <p:font typeface="Segoe UI" panose="020B0502040204020203" pitchFamily="3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6F8"/>
    <a:srgbClr val="3A3A3A"/>
    <a:srgbClr val="691B31"/>
    <a:srgbClr val="D8AB72"/>
    <a:srgbClr val="B28D5E"/>
    <a:srgbClr val="DBC6A0"/>
    <a:srgbClr val="F6E3C5"/>
    <a:srgbClr val="BC955B"/>
    <a:srgbClr val="EEEEEE"/>
    <a:srgbClr val="CBCA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4" d="100"/>
          <a:sy n="124" d="100"/>
        </p:scale>
        <p:origin x="1146" y="330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4481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582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25 de marzo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14:00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99A876D-5AA4-6585-6044-52EE2500C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8503"/>
            <a:ext cx="9144000" cy="4250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873605E-7535-91D1-0EB6-4BA009AFAA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25338"/>
            <a:ext cx="9144000" cy="309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negativas y positivas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8FBAEF8-B9E2-4E40-8C1F-A26639825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42" y="1742959"/>
            <a:ext cx="7278116" cy="16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1A10F16-34D0-99BC-C2CE-7357DD481141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03F1A9F-7B17-939B-A79C-9FDDB92E1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8185"/>
            <a:ext cx="9144000" cy="422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185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4F44EDBF-F722-BA58-0032-A9569851BA11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2AD0537-CE18-2CF8-EAB4-CDE1F3D38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4963" y="747205"/>
            <a:ext cx="1952898" cy="28579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1CD6B10-4ED8-2AB6-C8C6-7913090B39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08890"/>
            <a:ext cx="4535488" cy="326859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0D0D848-A42F-2CBA-9A59-319826939B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5488" y="1032995"/>
            <a:ext cx="4568080" cy="324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082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829C81F3-7718-5A18-6786-2D5DD51ED25E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negativas y positivas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75ABA45-EEA5-C0FC-F359-36856B88F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573" y="1738196"/>
            <a:ext cx="7906853" cy="166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61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9000" b="-19000"/>
          </a:stretch>
        </a:blip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3A896FC-8168-8E2C-E4F7-11A96AAB671C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6DD8DA6-A694-593C-6D20-3EABEAA51B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5561"/>
            <a:ext cx="9144000" cy="4432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50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7F6BEBB-5B5D-4B26-1AFD-34D6BD4D7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6544"/>
            <a:ext cx="9144000" cy="3310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4E5858D-1857-D39A-A1CC-F3743999A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8813"/>
            <a:ext cx="9144000" cy="4305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99CF594-82E7-5F74-EA57-01B96A212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2852"/>
            <a:ext cx="9144000" cy="353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6E62471-C098-FBD8-556C-B0BE2D86A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7078"/>
            <a:ext cx="9144000" cy="2749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6903D2B-B628-46FF-5530-8427CCDFD7AB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7531507-D663-3C12-6264-96903662E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1416"/>
            <a:ext cx="9144000" cy="2680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894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C1A25-C9EE-F5E8-70B0-72848C496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BD034C7B-D28A-2217-7904-DE5230378964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C3DD3D1-A11E-4BBC-F790-A66C08D4F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3179"/>
            <a:ext cx="9144000" cy="2337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551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3CD2619-00B8-8B02-6415-81CE05D5337A}"/>
              </a:ext>
            </a:extLst>
          </p:cNvPr>
          <p:cNvSpPr txBox="1"/>
          <p:nvPr/>
        </p:nvSpPr>
        <p:spPr>
          <a:xfrm>
            <a:off x="2249488" y="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i="0" dirty="0">
                <a:solidFill>
                  <a:srgbClr val="611232"/>
                </a:solidFill>
                <a:effectLst/>
                <a:latin typeface="Segoe UI" panose="020B0502040204020203" pitchFamily="34" charset="0"/>
              </a:rPr>
              <a:t>Información Emitida por Radioescucha</a:t>
            </a:r>
            <a:endParaRPr lang="es-MX" sz="16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87B2DE8-52CA-2251-3068-213B8D8D6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1357"/>
            <a:ext cx="9144000" cy="4500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9322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3139</TotalTime>
  <Words>85</Words>
  <Application>Microsoft Office PowerPoint</Application>
  <PresentationFormat>Presentación en pantalla (16:9)</PresentationFormat>
  <Paragraphs>19</Paragraphs>
  <Slides>16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Montserrat Black</vt:lpstr>
      <vt:lpstr>Montserrat</vt:lpstr>
      <vt:lpstr>Arial</vt:lpstr>
      <vt:lpstr>Segoe UI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316</cp:revision>
  <dcterms:modified xsi:type="dcterms:W3CDTF">2026-03-25T22:50:47Z</dcterms:modified>
</cp:coreProperties>
</file>