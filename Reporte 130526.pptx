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9"/>
  </p:notesMasterIdLst>
  <p:sldIdLst>
    <p:sldId id="350" r:id="rId2"/>
    <p:sldId id="365" r:id="rId3"/>
    <p:sldId id="352" r:id="rId4"/>
    <p:sldId id="393" r:id="rId5"/>
    <p:sldId id="378" r:id="rId6"/>
    <p:sldId id="386" r:id="rId7"/>
    <p:sldId id="387" r:id="rId8"/>
    <p:sldId id="394" r:id="rId9"/>
    <p:sldId id="390" r:id="rId10"/>
    <p:sldId id="388" r:id="rId11"/>
    <p:sldId id="351" r:id="rId12"/>
    <p:sldId id="369" r:id="rId13"/>
    <p:sldId id="361" r:id="rId14"/>
    <p:sldId id="371" r:id="rId15"/>
    <p:sldId id="395" r:id="rId16"/>
    <p:sldId id="384" r:id="rId17"/>
    <p:sldId id="280" r:id="rId18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20"/>
      <p:bold r:id="rId21"/>
      <p:italic r:id="rId22"/>
      <p:boldItalic r:id="rId23"/>
    </p:embeddedFont>
    <p:embeddedFont>
      <p:font typeface="Montserrat Black" panose="00000A00000000000000" pitchFamily="2" charset="0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FA"/>
    <a:srgbClr val="F4F6F8"/>
    <a:srgbClr val="691B31"/>
    <a:srgbClr val="3A3A3A"/>
    <a:srgbClr val="D8AB72"/>
    <a:srgbClr val="B28D5E"/>
    <a:srgbClr val="DBC6A0"/>
    <a:srgbClr val="F6E3C5"/>
    <a:srgbClr val="BC955B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906" y="120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63358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D8FB4-E321-0E01-8262-6CF75FF3C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992D699-CFB9-7D9E-96EA-B379B7F5A6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055D00D-F622-9591-B42F-DD768852A2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724661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CE8EF-5503-277B-E35A-FE39AA229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2F6D979-0903-D341-8C4D-0A1C6FEC03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D8ED27C-D614-C1C6-9079-1945B56926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6632383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13</a:t>
            </a:r>
            <a:r>
              <a:rPr lang="es-MX" sz="1600" dirty="0">
                <a:solidFill>
                  <a:srgbClr val="D8AB72"/>
                </a:solidFill>
              </a:rPr>
              <a:t> de mayo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14:00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78379D8F-E8C5-7EA8-DBB0-B6484BBC9BD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319AED7-249F-A267-818C-F2A14226D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9127"/>
            <a:ext cx="9144000" cy="4208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651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733E49C1-1D8F-00BE-B848-54AEEE19433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E9B1BEB-74CE-3273-A0C3-09FEE2FACC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38609"/>
            <a:ext cx="9144000" cy="3066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73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115B23-9219-C74D-1B93-EB466FF53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5272FFEB-F79A-B289-E2B0-F9E2F92695D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C2B7EC62-2A08-9DE3-23D0-BCC522E2F2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6662" y="619650"/>
            <a:ext cx="6097651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791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DFC28BF4-D482-2861-AE41-CFF0342FFB9A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C106E2B-D9DC-582B-3D3C-B377F3251E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15" y="409273"/>
            <a:ext cx="7840169" cy="432495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B3746815-E1E8-4958-621E-AEE1952B48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060" y="561331"/>
            <a:ext cx="7906853" cy="4429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84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8339A-4E55-30D6-87EF-6562AE2A5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A9652F2C-8765-B253-7039-CA0EB2466DD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FCDB249-2EF8-5D11-0D77-3ECF1757F9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2356"/>
            <a:ext cx="9144000" cy="4218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985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C28C1-8BF7-5569-E730-A5C2BB801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3F4E7BA7-DD7E-5E0B-007A-332EFCC8009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05820DE4-652A-44A2-694D-544F0BA3EA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174" y="585900"/>
            <a:ext cx="6097651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168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69D4024D-200D-948C-FCEB-B790CA03E59E}"/>
              </a:ext>
            </a:extLst>
          </p:cNvPr>
          <p:cNvSpPr txBox="1"/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93089736-E37C-053B-0A70-39B91D6E53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174" y="585900"/>
            <a:ext cx="6097651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677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8E447-D974-DFF1-07E6-5BC645BAA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6BFA382-A206-7716-F8A4-C3A644F4421F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633A53F-AEB1-58B8-B459-89A268440E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152" y="1228537"/>
            <a:ext cx="7849695" cy="268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7900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8817159-3F06-0402-FC24-A693503449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725" y="449233"/>
            <a:ext cx="9144000" cy="4387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1EDD417-9882-5BA8-90AE-EA8AE52282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7453"/>
            <a:ext cx="9144000" cy="3248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44A4BA3-40A2-F011-94B9-BFE357367B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1781"/>
            <a:ext cx="9144000" cy="4419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4142658-D51C-66CE-851E-A14D55367E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413"/>
            <a:ext cx="9144000" cy="3434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893CC4D-67A9-BA57-EBB9-422D577260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8648"/>
            <a:ext cx="9144000" cy="2566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AC69B-2764-C535-66BD-BE4BDC4F9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E0A8BA2E-DBFE-EE14-2962-1BD73B61D6FE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8B900DA-A9DB-4659-E62A-5776C74B0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4078"/>
            <a:ext cx="9144000" cy="4335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2726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5CA6E3AA-9467-5FF2-A182-F9C74DF835BA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Información emitida por radioescuchas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A15ACAA-0EB1-8FA5-D1DC-81E9B3C0CA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9307"/>
            <a:ext cx="9144000" cy="4244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8881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3867</TotalTime>
  <Words>78</Words>
  <Application>Microsoft Office PowerPoint</Application>
  <PresentationFormat>Presentación en pantalla (16:9)</PresentationFormat>
  <Paragraphs>20</Paragraphs>
  <Slides>17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Montserrat Black</vt:lpstr>
      <vt:lpstr>Arial</vt:lpstr>
      <vt:lpstr>Montserrat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363</cp:revision>
  <dcterms:modified xsi:type="dcterms:W3CDTF">2026-05-14T00:18:18Z</dcterms:modified>
</cp:coreProperties>
</file>