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4" r:id="rId5"/>
    <p:sldId id="375" r:id="rId6"/>
    <p:sldId id="376" r:id="rId7"/>
    <p:sldId id="377" r:id="rId8"/>
    <p:sldId id="281" r:id="rId9"/>
    <p:sldId id="351" r:id="rId10"/>
    <p:sldId id="369" r:id="rId11"/>
    <p:sldId id="361" r:id="rId12"/>
    <p:sldId id="370" r:id="rId13"/>
    <p:sldId id="371" r:id="rId14"/>
    <p:sldId id="372" r:id="rId15"/>
    <p:sldId id="373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08" y="136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>
                <a:solidFill>
                  <a:srgbClr val="D8AB72"/>
                </a:solidFill>
              </a:rPr>
              <a:t>25 </a:t>
            </a:r>
            <a:r>
              <a:rPr lang="es-MX" sz="1600" dirty="0">
                <a:solidFill>
                  <a:srgbClr val="D8AB72"/>
                </a:solidFill>
              </a:rPr>
              <a:t>de febrero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n 50">
            <a:extLst>
              <a:ext uri="{FF2B5EF4-FFF2-40B4-BE49-F238E27FC236}">
                <a16:creationId xmlns:a16="http://schemas.microsoft.com/office/drawing/2014/main" id="{9295C860-6520-FA83-593E-43B06C0E4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179"/>
            <a:ext cx="9144000" cy="83554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9" name="Imagen 4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8F9F3E50-2F07-FB8C-76A3-28C9462C5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6725"/>
            <a:ext cx="6010877" cy="3691159"/>
          </a:xfrm>
          <a:prstGeom prst="rect">
            <a:avLst/>
          </a:prstGeom>
        </p:spPr>
      </p:pic>
      <p:pic>
        <p:nvPicPr>
          <p:cNvPr id="55" name="Imagen 5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C4193744-6AC0-7236-4367-924952FCE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877" y="1904993"/>
            <a:ext cx="3149173" cy="233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2D838B-EAE0-B9A3-4DEB-CD7BE7175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5738"/>
            <a:ext cx="4399472" cy="398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CEB88A8-F821-868F-7DA9-2B9DCB35C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000664"/>
            <a:ext cx="4572463" cy="414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73B5FC-09B4-220D-8C90-3D47BCF3C1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530" y="73613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Dependencia por Recurso Editorial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BFF2A3-728F-7377-933F-8F807A44D9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4530" y="69013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Medios por Recurso Editorial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89A0AD-B10F-4BCB-96DD-A9FBC4D96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413444"/>
            <a:ext cx="9144000" cy="97265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9E90BAA-F839-14CC-60EF-E17BF1307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88" y="1467958"/>
            <a:ext cx="4216400" cy="3627602"/>
          </a:xfrm>
          <a:prstGeom prst="rect">
            <a:avLst/>
          </a:prstGeom>
        </p:spPr>
      </p:pic>
      <p:pic>
        <p:nvPicPr>
          <p:cNvPr id="10" name="Imagen 9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D2B2BF5-F1B4-137D-320F-21F65B912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2705"/>
            <a:ext cx="4535488" cy="808945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F676CF7-469A-4243-7540-48433A347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92" y="2027279"/>
            <a:ext cx="3384579" cy="306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5B2E8A-F023-705D-68D0-9CAF3AD31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380" y="560921"/>
            <a:ext cx="4189871" cy="33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8A6E64B-09F6-3234-D2E5-59861B65C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2" y="360080"/>
            <a:ext cx="4535488" cy="337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D30E522-3217-9A97-D3A0-437A41DEAE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4ED6FB-7FFD-DEE5-12C4-91EEBE1528E4}"/>
              </a:ext>
            </a:extLst>
          </p:cNvPr>
          <p:cNvSpPr txBox="1">
            <a:spLocks/>
          </p:cNvSpPr>
          <p:nvPr/>
        </p:nvSpPr>
        <p:spPr>
          <a:xfrm>
            <a:off x="1217364" y="506767"/>
            <a:ext cx="28919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Tema por Recurso Editorial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7F9D7B8-AEF7-9BB1-4EE3-0BBDC1A3BE29}"/>
              </a:ext>
            </a:extLst>
          </p:cNvPr>
          <p:cNvSpPr txBox="1">
            <a:spLocks/>
          </p:cNvSpPr>
          <p:nvPr/>
        </p:nvSpPr>
        <p:spPr>
          <a:xfrm>
            <a:off x="5535976" y="447319"/>
            <a:ext cx="28919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es-MX" b="1" i="0" dirty="0">
                <a:solidFill>
                  <a:srgbClr val="2C3E50"/>
                </a:solidFill>
                <a:effectLst/>
                <a:latin typeface="Montserrat" pitchFamily="2" charset="0"/>
              </a:rPr>
              <a:t>Medio por Recurso Editorial</a:t>
            </a:r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EF5171-2247-6BD8-83EB-B90990EA42E6}"/>
              </a:ext>
            </a:extLst>
          </p:cNvPr>
          <p:cNvSpPr txBox="1"/>
          <p:nvPr/>
        </p:nvSpPr>
        <p:spPr>
          <a:xfrm>
            <a:off x="0" y="3783565"/>
            <a:ext cx="429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Detalle de notas</a:t>
            </a:r>
          </a:p>
        </p:txBody>
      </p:sp>
    </p:spTree>
    <p:extLst>
      <p:ext uri="{BB962C8B-B14F-4D97-AF65-F5344CB8AC3E}">
        <p14:creationId xmlns:p14="http://schemas.microsoft.com/office/powerpoint/2010/main" val="361133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6A31261-FC2E-CB1E-AA61-66C25EDE4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12242"/>
            <a:ext cx="4535488" cy="463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6ADC16D-6534-583E-A478-341F4DB75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10" y="512240"/>
            <a:ext cx="4535489" cy="463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794994" y="144380"/>
            <a:ext cx="5480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Impactos negativos en primeras planas</a:t>
            </a:r>
          </a:p>
        </p:txBody>
      </p:sp>
      <p:pic>
        <p:nvPicPr>
          <p:cNvPr id="10" name="Imagen 9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273A708F-AF58-39D8-3285-25B9FEA4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056"/>
            <a:ext cx="9144000" cy="311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8C7BA637-813D-7EC4-4238-E79CD4F6F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97"/>
            <a:ext cx="9144000" cy="51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9ABD8E0-3C95-0449-DCBE-3A41D288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79"/>
            <a:ext cx="9144000" cy="38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3E26D352-CCFD-6DFA-7FF1-21D46363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" y="0"/>
            <a:ext cx="89986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C91067E-6E62-3E20-FA2E-6FA81D46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060"/>
            <a:ext cx="9144000" cy="42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690108E4-C66E-B463-B5BB-DCB76D5E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321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E452ECE1-EEB4-96C3-923D-FA6BC9E4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351"/>
            <a:ext cx="9144000" cy="360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898E414-306F-6292-D883-36C93EA47B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09CA8326-705D-FC1D-B73F-2BC1AFDA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106"/>
            <a:ext cx="9144000" cy="35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A576E00-9CCE-5DEC-22E2-145ADCCE244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7239C7C3-6ACE-B373-10EF-B0DE57F0E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870"/>
            <a:ext cx="9144000" cy="36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76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2882</TotalTime>
  <Words>73</Words>
  <Application>Microsoft Office PowerPoint</Application>
  <PresentationFormat>Presentación en pantalla (16:9)</PresentationFormat>
  <Paragraphs>20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287</cp:revision>
  <dcterms:modified xsi:type="dcterms:W3CDTF">2026-02-27T20:11:51Z</dcterms:modified>
</cp:coreProperties>
</file>