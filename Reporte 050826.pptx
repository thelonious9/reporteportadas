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41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05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7AB86C-9709-A1C9-852F-8CD3C79CF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8118"/>
            <a:ext cx="9144000" cy="339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070C77-376E-D04F-F94E-659E179BD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5806"/>
            <a:ext cx="9144000" cy="243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20629BE-0BC6-4789-47B8-97265325E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96" y="627458"/>
            <a:ext cx="7998783" cy="403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6A325D-9940-958F-82A8-624AA51B8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430" y="1214238"/>
            <a:ext cx="5830114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A42BB86-AEDC-5B9D-F633-44E02719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9506"/>
            <a:ext cx="9144000" cy="34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894B43-FDDF-4611-40AC-2FC768E30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BA30BB-0B17-2972-B3CE-22830F32D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9" y="591458"/>
            <a:ext cx="8141637" cy="410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D7AE0F-C86E-7B82-7114-C845F5363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41" y="1057054"/>
            <a:ext cx="8183117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6AAD3D-08B9-BAC8-E62B-283DB2F9B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5415"/>
            <a:ext cx="9144000" cy="353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B8B454-045F-58F0-C2A5-1FD67F77D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17713"/>
            <a:ext cx="9144000" cy="265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71FE10-7E4C-3216-6469-76ED198DD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9001"/>
            <a:ext cx="9144000" cy="340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DD8826-9B32-1AF2-1B76-1ADA2CA2A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267542"/>
            <a:ext cx="9144000" cy="275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56132A-F286-1FDD-3311-D7E131A90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00719"/>
            <a:ext cx="9144000" cy="388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0929D-E9AB-0B4B-BC25-F0E4977C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3F00261-9BF0-23F6-1C29-CA04C3E2C6F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B5DDDC-49A2-4ABE-C1E8-D6AA92FB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21" y="761738"/>
            <a:ext cx="4715533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77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900329-4995-F154-8575-DFC63FF70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478"/>
            <a:ext cx="9144000" cy="239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4453</TotalTime>
  <Words>80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459</cp:revision>
  <dcterms:modified xsi:type="dcterms:W3CDTF">2026-08-05T22:29:05Z</dcterms:modified>
</cp:coreProperties>
</file>