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21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844932-336B-46F9-C784-FE2BBEB8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612"/>
            <a:ext cx="9144000" cy="34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D91086-36FB-CB8A-F2E0-8C42F3DB1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8251"/>
            <a:ext cx="9144000" cy="246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78B791A-A56E-4D47-A7AD-81FF9F2EA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9FD3AD-FDF9-424E-6DE8-8240B0ED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82" y="771264"/>
            <a:ext cx="796401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8AEB94-3C0D-39DA-7243-6E6059C8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8584"/>
            <a:ext cx="9144000" cy="34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8CAA4C-7CEB-12C3-E103-91C26B4B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FB21999-3BCE-1F5E-7DD1-C2D9087C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D37DD6-9021-EBEB-DBC2-EE4AE3F52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20" y="1428581"/>
            <a:ext cx="8125959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97C17D-6EB3-F972-0A67-84E1E1C9F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2980"/>
            <a:ext cx="9144000" cy="352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7F075C-57BD-C44E-930F-E8F2DF68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980"/>
            <a:ext cx="9144000" cy="352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B79BC4-54EF-F3A6-D5E1-00112E1C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056"/>
            <a:ext cx="9144000" cy="39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6CEAE5-CF81-164E-1457-42BCE943C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9269"/>
            <a:ext cx="9144000" cy="270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37FDF2-5A45-B79D-5793-4497C74F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98949"/>
            <a:ext cx="9144000" cy="388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B0E0E4-4901-3B3D-9A45-2C7EF63E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23" y="433078"/>
            <a:ext cx="5122130" cy="471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4334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442</cp:revision>
  <dcterms:modified xsi:type="dcterms:W3CDTF">2026-07-21T15:17:33Z</dcterms:modified>
</cp:coreProperties>
</file>