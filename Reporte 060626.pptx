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7"/>
  </p:notesMasterIdLst>
  <p:sldIdLst>
    <p:sldId id="350" r:id="rId2"/>
    <p:sldId id="352" r:id="rId3"/>
    <p:sldId id="393" r:id="rId4"/>
    <p:sldId id="399" r:id="rId5"/>
    <p:sldId id="378" r:id="rId6"/>
    <p:sldId id="394" r:id="rId7"/>
    <p:sldId id="395" r:id="rId8"/>
    <p:sldId id="396" r:id="rId9"/>
    <p:sldId id="388" r:id="rId10"/>
    <p:sldId id="351" r:id="rId11"/>
    <p:sldId id="369" r:id="rId12"/>
    <p:sldId id="361" r:id="rId13"/>
    <p:sldId id="371" r:id="rId14"/>
    <p:sldId id="384" r:id="rId15"/>
    <p:sldId id="280" r:id="rId16"/>
  </p:sldIdLst>
  <p:sldSz cx="9144000" cy="5143500" type="screen16x9"/>
  <p:notesSz cx="6858000" cy="9144000"/>
  <p:embeddedFontLst>
    <p:embeddedFont>
      <p:font typeface="Montserrat" pitchFamily="2" charset="0"/>
      <p:regular r:id="rId18"/>
      <p:bold r:id="rId19"/>
      <p:italic r:id="rId20"/>
      <p:boldItalic r:id="rId21"/>
    </p:embeddedFont>
    <p:embeddedFont>
      <p:font typeface="Montserrat Black" pitchFamily="2" charset="0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65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D30198-60FD-D96C-7EFF-04ABEB9B0931}" name="Usuario invitado" initials="Ui" userId="Usuario invitado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9FA"/>
    <a:srgbClr val="F4F6F8"/>
    <a:srgbClr val="691B31"/>
    <a:srgbClr val="3A3A3A"/>
    <a:srgbClr val="D8AB72"/>
    <a:srgbClr val="B28D5E"/>
    <a:srgbClr val="DBC6A0"/>
    <a:srgbClr val="F6E3C5"/>
    <a:srgbClr val="BC955B"/>
    <a:srgbClr val="EEEE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682E8D-AFAE-4055-8BED-796683ABB225}">
  <a:tblStyle styleId="{31682E8D-AFAE-4055-8BED-796683ABB2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303" autoAdjust="0"/>
  </p:normalViewPr>
  <p:slideViewPr>
    <p:cSldViewPr snapToGrid="0">
      <p:cViewPr varScale="1">
        <p:scale>
          <a:sx n="74" d="100"/>
          <a:sy n="74" d="100"/>
        </p:scale>
        <p:origin x="988" y="52"/>
      </p:cViewPr>
      <p:guideLst>
        <p:guide orient="horz" pos="1665"/>
        <p:guide pos="285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16472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633582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5D8FB4-E321-0E01-8262-6CF75FF3C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992D699-CFB9-7D9E-96EA-B379B7F5A6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055D00D-F622-9591-B42F-DD768852A2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4724661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649345-865A-0DA3-76DB-D96B92B9C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FA5609B-DEE3-43D0-62AD-1D7731C038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2E0C674-5D05-F1AA-1E23-CB69872B21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994495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F25F0AE0-550E-E139-0EAA-601DDCDE3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864f70b6d_0_51:notes">
            <a:extLst>
              <a:ext uri="{FF2B5EF4-FFF2-40B4-BE49-F238E27FC236}">
                <a16:creationId xmlns:a16="http://schemas.microsoft.com/office/drawing/2014/main" id="{CC41C0BC-CB49-17D9-FE89-62E8BEDFE0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4864f70b6d_0_51:notes">
            <a:extLst>
              <a:ext uri="{FF2B5EF4-FFF2-40B4-BE49-F238E27FC236}">
                <a16:creationId xmlns:a16="http://schemas.microsoft.com/office/drawing/2014/main" id="{0F552A97-0F1D-AD78-E939-C9840F5EB6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3112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264"/>
            <a:ext cx="9143999" cy="51422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647" cy="393801"/>
          </a:xfrm>
          <a:prstGeom prst="rect">
            <a:avLst/>
          </a:prstGeom>
        </p:spPr>
        <p:txBody>
          <a:bodyPr spcFirstLastPara="1" wrap="square" lIns="159150" tIns="159150" rIns="159150" bIns="159150" anchor="t" anchorCtr="0">
            <a:normAutofit/>
          </a:bodyPr>
          <a:lstStyle>
            <a:lvl1pPr lvl="0">
              <a:buNone/>
              <a:defRPr sz="1074"/>
            </a:lvl1pPr>
            <a:lvl2pPr lvl="1">
              <a:buNone/>
              <a:defRPr sz="1074"/>
            </a:lvl2pPr>
            <a:lvl3pPr lvl="2">
              <a:buNone/>
              <a:defRPr sz="1074"/>
            </a:lvl3pPr>
            <a:lvl4pPr lvl="3">
              <a:buNone/>
              <a:defRPr sz="1074"/>
            </a:lvl4pPr>
            <a:lvl5pPr lvl="4">
              <a:buNone/>
              <a:defRPr sz="1074"/>
            </a:lvl5pPr>
            <a:lvl6pPr lvl="5">
              <a:buNone/>
              <a:defRPr sz="1074"/>
            </a:lvl6pPr>
            <a:lvl7pPr lvl="6">
              <a:buNone/>
              <a:defRPr sz="1074"/>
            </a:lvl7pPr>
            <a:lvl8pPr lvl="7">
              <a:buNone/>
              <a:defRPr sz="1074"/>
            </a:lvl8pPr>
            <a:lvl9pPr lvl="8">
              <a:buNone/>
              <a:defRPr sz="1074"/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4576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B63C1ED-1A4B-E4D8-BBCB-DD9BCB7C36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s-419" sz="1074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es-419" sz="1074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101;p27">
            <a:extLst>
              <a:ext uri="{FF2B5EF4-FFF2-40B4-BE49-F238E27FC236}">
                <a16:creationId xmlns:a16="http://schemas.microsoft.com/office/drawing/2014/main" id="{18C1BF8B-A9D3-CA16-8B39-9E27229A586D}"/>
              </a:ext>
            </a:extLst>
          </p:cNvPr>
          <p:cNvSpPr txBox="1"/>
          <p:nvPr/>
        </p:nvSpPr>
        <p:spPr>
          <a:xfrm>
            <a:off x="542235" y="2200528"/>
            <a:ext cx="8059529" cy="63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00" b="0" i="0" u="none" strike="noStrike" kern="0" cap="none" spc="0" normalizeH="0" baseline="0" noProof="0" dirty="0">
                <a:ln>
                  <a:noFill/>
                </a:ln>
                <a:solidFill>
                  <a:srgbClr val="691B31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Reporte impresos,  radio y tv local.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400" b="1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Gobernador, secretarías y dependencias</a:t>
            </a:r>
            <a:endParaRPr kumimoji="0" lang="es-MX" sz="2000" b="1" i="0" u="none" strike="noStrike" kern="0" cap="none" spc="0" normalizeH="0" baseline="0" noProof="0" dirty="0">
              <a:ln>
                <a:noFill/>
              </a:ln>
              <a:solidFill>
                <a:srgbClr val="D8AB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8F99902-E806-65F7-B1B2-5BFEE3D76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408" y="598169"/>
            <a:ext cx="2724918" cy="120396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A420959-05AA-86D7-CF62-D891272906E0}"/>
              </a:ext>
            </a:extLst>
          </p:cNvPr>
          <p:cNvSpPr txBox="1"/>
          <p:nvPr/>
        </p:nvSpPr>
        <p:spPr>
          <a:xfrm>
            <a:off x="4171949" y="3865402"/>
            <a:ext cx="4384835" cy="54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90000"/>
              </a:lnSpc>
              <a:buNone/>
              <a:defRPr sz="3800">
                <a:solidFill>
                  <a:srgbClr val="691B31"/>
                </a:solidFill>
                <a:latin typeface="Montserrat Black"/>
                <a:ea typeface="Montserrat Black"/>
                <a:cs typeface="Montserrat Black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Elaborado: </a:t>
            </a:r>
            <a:r>
              <a:rPr lang="es-MX" sz="1600" dirty="0">
                <a:solidFill>
                  <a:srgbClr val="D8AB72"/>
                </a:solidFill>
              </a:rPr>
              <a:t>09 de junio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16:00</a:t>
            </a:r>
          </a:p>
        </p:txBody>
      </p:sp>
    </p:spTree>
    <p:extLst>
      <p:ext uri="{BB962C8B-B14F-4D97-AF65-F5344CB8AC3E}">
        <p14:creationId xmlns:p14="http://schemas.microsoft.com/office/powerpoint/2010/main" val="971462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733E49C1-1D8F-00BE-B848-54AEEE19433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8DA4B62C-D710-E4E2-6391-3BA0BDB55A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099" y="448727"/>
            <a:ext cx="8548777" cy="4694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6735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115B23-9219-C74D-1B93-EB466FF53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5272FFEB-F79A-B289-E2B0-F9E2F92695D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FE814BB-7CE7-3E43-33B4-6D33B398BA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6512" y="1088103"/>
            <a:ext cx="9144000" cy="3110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7915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802CF3-B90A-0EB5-9801-0ED2916EC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426AD94F-EE82-EF95-255F-C7BB0EE7D2C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6FB18AD-0EE0-9E96-4736-6DDA4E9960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9137" y="523220"/>
            <a:ext cx="6772701" cy="4413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5773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DFC28BF4-D482-2861-AE41-CFF0342FFB9A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30AED66-8392-2F62-7BDB-8FED35896D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152" y="766510"/>
            <a:ext cx="7487695" cy="3610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3845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F384B7-8BD8-1B37-5F51-FD46B11FD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5D745B17-E8D1-051C-B27F-A3B591D8F7F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A09BC10-E0C1-1615-02A4-23AAFACE3B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165" y="523220"/>
            <a:ext cx="8426001" cy="4581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708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383A7D-6E95-7FBD-ECB9-6F21EFAB5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EF6B6CD5-AF4A-39E2-B949-E9735271D8E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medios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68F178F-E195-FE45-6F6B-C71F2715F7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5506" y="523220"/>
            <a:ext cx="6732988" cy="4387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0977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569AC2-17AA-6728-4169-8404B6464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FC488274-DEF2-00AA-CBB0-3ADE1D32DCE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temas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91FCE539-78D2-D36B-A29A-0206BCEE12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8642" y="692540"/>
            <a:ext cx="5986716" cy="3901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623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3AB59246-6522-404E-9FEB-F1E85E07D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E07F171-51E8-E8F4-27C7-0CA3B7A8A99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9E8E3CB-74DB-7BEC-2BC5-A7FE9974B4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4420"/>
            <a:ext cx="9144000" cy="4174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8119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430F0AF-D0FD-1C68-F7C4-D9E93764E31F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14AC8F4-2DD6-EAFE-5E11-574942D591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82714"/>
            <a:ext cx="9144000" cy="3378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692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53E20-D2E3-C7B6-3681-7F75E49F3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2D220DED-6E95-D0AE-57E3-7DFB60F03ADD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9216AD8-C470-C398-18A2-ACCF2720AA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6512" y="517518"/>
            <a:ext cx="9144000" cy="4251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9192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270743E-55A0-8447-939B-33D92F1087F2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61EDDBF-1FC8-950F-1B5E-D0CB878B90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90301"/>
            <a:ext cx="9144000" cy="3362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284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CE4F37E4-6BA2-F83F-177F-21C522FF978A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B4C4CBD-8E13-09F8-7268-2DF5A1453E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87735"/>
            <a:ext cx="9144000" cy="3710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9462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5CA6E3AA-9467-5FF2-A182-F9C74DF835BA}"/>
              </a:ext>
            </a:extLst>
          </p:cNvPr>
          <p:cNvSpPr txBox="1"/>
          <p:nvPr/>
        </p:nvSpPr>
        <p:spPr>
          <a:xfrm>
            <a:off x="1926166" y="0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Información emitida por radioescuchas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69961B9-C89A-8BA8-847E-0E1159E247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30207"/>
            <a:ext cx="9144000" cy="3025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8881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BA4FDF3-73D0-20C6-94F5-7E9F2481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06" y="1453514"/>
            <a:ext cx="5061788" cy="223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6245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4070</TotalTime>
  <Words>69</Words>
  <Application>Microsoft Office PowerPoint</Application>
  <PresentationFormat>Presentación en pantalla (16:9)</PresentationFormat>
  <Paragraphs>18</Paragraphs>
  <Slides>15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9" baseType="lpstr">
      <vt:lpstr>Montserrat Black</vt:lpstr>
      <vt:lpstr>Arial</vt:lpstr>
      <vt:lpstr>Montserrat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Francisco Villeda</dc:creator>
  <cp:lastModifiedBy>Francisco Villeda Velazquez</cp:lastModifiedBy>
  <cp:revision>394</cp:revision>
  <dcterms:modified xsi:type="dcterms:W3CDTF">2026-06-09T23:31:02Z</dcterms:modified>
</cp:coreProperties>
</file>