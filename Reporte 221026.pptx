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414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21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2D0E49-EAB2-75F0-852C-81838E516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5988"/>
            <a:ext cx="9144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96981D-3ED0-99D9-874D-AB8DB405B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6438"/>
            <a:ext cx="9144000" cy="247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073D21-3DFB-BEA2-9700-6ABEED6B9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B25CE0-DB72-A225-9034-6541DA082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62" y="521758"/>
            <a:ext cx="8020050" cy="20097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EA2C87C-5423-3F93-6DB4-4CE18DA60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63" y="2805874"/>
            <a:ext cx="80200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1135D7-9EC9-4D00-3D61-84EBC4DDB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075"/>
            <a:ext cx="9144000" cy="344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36EEC7E-CE0E-0448-5A29-11C79502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C9CAF52-4E2B-CA69-D7C9-82B114FF9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0F6CF0-01D6-E647-48E4-C86811D8B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257300"/>
            <a:ext cx="80295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26776E-FCC8-F13B-C66E-A73F35314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6274"/>
            <a:ext cx="9144000" cy="341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D14A36-5D4A-C4B3-E36A-4F523543B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157"/>
            <a:ext cx="9144000" cy="26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7C179A-E26C-3CAA-97FA-82A9A6BD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0663"/>
            <a:ext cx="9144000" cy="388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3B7291-6D92-14DA-3CE6-4486EADB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569"/>
            <a:ext cx="9144000" cy="275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D9B1D3-8ED7-3281-CE94-2844EB8C0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544"/>
            <a:ext cx="9144000" cy="40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406957-2228-4F64-B8F3-F9AEEACD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63" y="597665"/>
            <a:ext cx="78676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5030</TotalTime>
  <Words>76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547</cp:revision>
  <dcterms:modified xsi:type="dcterms:W3CDTF">2026-10-22T23:34:09Z</dcterms:modified>
</cp:coreProperties>
</file>