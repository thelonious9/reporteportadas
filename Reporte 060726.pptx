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06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18:00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0E5E68-E0D8-B366-7135-F2DF97099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7091"/>
            <a:ext cx="9144000" cy="383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2463FE-7F77-AABD-850C-96C393CBF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4311"/>
            <a:ext cx="9144000" cy="273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AF15572-4A52-1318-71F6-6889008F6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D19850-E980-2555-0040-89EB9EAE2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8" y="442606"/>
            <a:ext cx="791638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06800F-1A07-111C-140E-866541439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338"/>
            <a:ext cx="9144000" cy="384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942C2E-5BC4-EC9A-673B-80967D48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C96065B-913B-DDA0-88D7-740CFD0DB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D14C43-7C5B-C099-1E0D-48C9830D5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789" y="1090259"/>
            <a:ext cx="5739396" cy="31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003067-6DE6-0282-3648-52DEDE384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6448"/>
            <a:ext cx="9144000" cy="39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ABD344-BF12-4110-84B5-F4EFB6F70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884"/>
            <a:ext cx="9144000" cy="295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4193F9-8DFA-A6E5-9877-F6B7DC858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496"/>
            <a:ext cx="9144000" cy="436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453BFF-46CF-7224-D0E2-39FADF4B1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319"/>
            <a:ext cx="9144000" cy="311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795206-768E-ADBC-0C06-AB0284E14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849"/>
            <a:ext cx="9144000" cy="44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61DA47-C5E9-59BA-B1E5-B60066A8E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477" y="0"/>
            <a:ext cx="32770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4269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420</cp:revision>
  <dcterms:modified xsi:type="dcterms:W3CDTF">2026-07-06T23:06:07Z</dcterms:modified>
</cp:coreProperties>
</file>