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7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06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18:00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F0E5E68-E0D8-B366-7135-F2DF97099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7091"/>
            <a:ext cx="9144000" cy="3832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D2463FE-7F77-AABD-850C-96C393CBF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4311"/>
            <a:ext cx="9144000" cy="273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AF15572-4A52-1318-71F6-6889008F6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2D19850-E980-2555-0040-89EB9EAE2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98" y="442606"/>
            <a:ext cx="7916380" cy="440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706800F-1A07-111C-140E-866541439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0338"/>
            <a:ext cx="9144000" cy="384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3942C2E-5BC4-EC9A-673B-80967D487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C96065B-913B-DDA0-88D7-740CFD0DB5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ED14C43-7C5B-C099-1E0D-48C9830D5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789" y="1090259"/>
            <a:ext cx="5739396" cy="3105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31A439-4E7A-EE11-0580-AE47C4BD7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8149"/>
            <a:ext cx="9144000" cy="403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C540BB-D235-57BC-C8A9-758C79051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9536"/>
            <a:ext cx="9144000" cy="2927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E53245D-3937-BA4E-63D3-95EA76958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710"/>
            <a:ext cx="9144000" cy="333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4C60C86-3DB6-3118-4D26-64C7AB1E0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7974"/>
            <a:ext cx="9144000" cy="30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6A72AE-EFE7-4BC0-11C5-7D078E053E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99043"/>
            <a:ext cx="9144000" cy="428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A0A3B-2932-AFD4-DA44-C1DC3779E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95670A3C-A776-65F2-DF24-F6228170D173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543B6B-D7F3-A44C-8443-0930A4237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9279"/>
            <a:ext cx="9144000" cy="328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533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8510FE5-AAA2-4BFD-87B4-BEB31BF52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60" y="776027"/>
            <a:ext cx="8811855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4267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419</cp:revision>
  <dcterms:modified xsi:type="dcterms:W3CDTF">2026-07-06T15:25:27Z</dcterms:modified>
</cp:coreProperties>
</file>