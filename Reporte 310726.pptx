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1" r:id="rId16"/>
    <p:sldId id="410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31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C291FA-47EA-C865-246D-061BADFA3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1058"/>
            <a:ext cx="9144000" cy="34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58085C-732D-D38C-A8B0-8AD08A010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6438"/>
            <a:ext cx="9144000" cy="247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BB4156-14E6-64BD-361F-5C73323F5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40" y="605858"/>
            <a:ext cx="8084496" cy="40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615C1C-970B-BA30-FF44-CF8C0BE72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60" y="442604"/>
            <a:ext cx="6841655" cy="212914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0188CC7-625F-30CE-5F3A-12D45C37A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87" y="2432957"/>
            <a:ext cx="8568000" cy="271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FEB70A-A099-CCCE-6C84-FE40BE61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078"/>
            <a:ext cx="9144000" cy="341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BD4D228-4957-3E83-AAC8-FAC94F18D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BAB8C7-E41D-9ABC-D303-2F20A2673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2B23199-37B2-A707-0B74-B438DCB30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45" y="923685"/>
            <a:ext cx="7954485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F5C6CA-05B6-8BFA-A8C9-49FCE5EE4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6962"/>
            <a:ext cx="9144000" cy="353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63584D-2A66-D86B-CE08-3C2D7A5AD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5588"/>
            <a:ext cx="9144000" cy="265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5B509F-3D2B-3FE1-4AF4-0D76D7E87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2821"/>
            <a:ext cx="9144000" cy="33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3431989-9AF1-E1BC-A314-34DEB5C4C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5123"/>
            <a:ext cx="9144000" cy="277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B2741A-5722-FD43-4761-804E66F42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09856"/>
            <a:ext cx="9144000" cy="386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483D-57B1-B47B-A634-A580224A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888C497-C038-E46F-7A41-09D9F2ADB44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045661-CD05-5C0B-B8FE-CAB593670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82" y="871290"/>
            <a:ext cx="8478433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33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41F06F-7724-B253-BB13-3E42212B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2669"/>
            <a:ext cx="9144000" cy="250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4423</TotalTime>
  <Words>80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455</cp:revision>
  <dcterms:modified xsi:type="dcterms:W3CDTF">2026-08-01T00:24:43Z</dcterms:modified>
</cp:coreProperties>
</file>