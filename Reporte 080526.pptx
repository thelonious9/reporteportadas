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0" r:id="rId9"/>
    <p:sldId id="388" r:id="rId10"/>
    <p:sldId id="351" r:id="rId11"/>
    <p:sldId id="369" r:id="rId12"/>
    <p:sldId id="361" r:id="rId13"/>
    <p:sldId id="371" r:id="rId14"/>
    <p:sldId id="385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08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6F9699-F5A5-1F14-CEA8-633CC211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982"/>
            <a:ext cx="9144000" cy="379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26A80E-CFC8-5F4A-257A-49F906A11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1245"/>
            <a:ext cx="9144000" cy="278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15E527-AB29-E71E-F1A4-22887BA24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32" y="611888"/>
            <a:ext cx="7686911" cy="438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A5E2FA-3178-A65C-6FE5-D5BE24F13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1042774"/>
            <a:ext cx="8049748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E50B9C-3F1D-6E03-B586-614782A7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982"/>
            <a:ext cx="9144000" cy="38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BD8850-08DD-6AF0-D439-7BCC12420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5319"/>
            <a:ext cx="4535488" cy="35157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C82E79-1078-1AA0-6942-D182CD108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85319"/>
            <a:ext cx="4572000" cy="351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38BAD5-C9D0-0697-7AE9-FC9663E05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852247"/>
            <a:ext cx="7916380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5858E6-1939-FF5D-FCE8-D2A81CA5C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8624"/>
            <a:ext cx="9144000" cy="394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AE881A-B36B-7BC8-FA88-6A03A119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318"/>
            <a:ext cx="9144000" cy="294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028B0B-4BBF-CBE0-8630-47B50745A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257"/>
            <a:ext cx="9144000" cy="334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4DF644-E8AC-2600-41C9-9A28E32A6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444"/>
            <a:ext cx="9144000" cy="31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7E2950-AD38-6BE4-F0A4-0CB3182B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323"/>
            <a:ext cx="9144000" cy="23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DF82F4-AC0C-D4C9-7021-EF6A1D7A9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673"/>
            <a:ext cx="9144000" cy="43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141E6A-BC15-13A9-DA86-7C5ADF96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237"/>
            <a:ext cx="9144000" cy="420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3826</TotalTime>
  <Words>77</Words>
  <Application>Microsoft Office PowerPoint</Application>
  <PresentationFormat>Presentación en pantalla (16:9)</PresentationFormat>
  <Paragraphs>19</Paragraphs>
  <Slides>16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359</cp:revision>
  <dcterms:modified xsi:type="dcterms:W3CDTF">2026-05-08T22:39:53Z</dcterms:modified>
</cp:coreProperties>
</file>