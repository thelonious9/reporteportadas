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8"/>
  </p:notesMasterIdLst>
  <p:sldIdLst>
    <p:sldId id="350" r:id="rId2"/>
    <p:sldId id="404" r:id="rId3"/>
    <p:sldId id="408" r:id="rId4"/>
    <p:sldId id="405" r:id="rId5"/>
    <p:sldId id="406" r:id="rId6"/>
    <p:sldId id="394" r:id="rId7"/>
    <p:sldId id="395" r:id="rId8"/>
    <p:sldId id="396" r:id="rId9"/>
    <p:sldId id="403" r:id="rId10"/>
    <p:sldId id="388" r:id="rId11"/>
    <p:sldId id="351" r:id="rId12"/>
    <p:sldId id="361" r:id="rId13"/>
    <p:sldId id="412" r:id="rId14"/>
    <p:sldId id="414" r:id="rId15"/>
    <p:sldId id="413" r:id="rId16"/>
    <p:sldId id="280" r:id="rId17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lack" panose="00000A00000000000000" pitchFamily="2" charset="0"/>
      <p:bold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14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30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EFBFE0-C931-D3FC-CC6D-5CA90415BD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641"/>
            <a:ext cx="9144000" cy="34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BA7967-B98F-5C2F-757A-F048E5D04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4920"/>
            <a:ext cx="9144000" cy="249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Temas 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9302ECA-37E3-EF5A-97A7-23BFA5A68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E567F71-BC1C-0860-39A9-B27E3C739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0357"/>
            <a:ext cx="9144000" cy="142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EE0DE9-C84F-D1AF-1408-47F309D2E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3740"/>
            <a:ext cx="9144000" cy="343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CEC2E44-00B8-CC40-B119-1F051217B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54107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5FAC23E-1DD4-A2F7-A6DD-3B3CE19C3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88" y="914940"/>
            <a:ext cx="6858000" cy="3456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5441D80-150F-E236-4936-8CC7D3A9B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0237"/>
            <a:ext cx="9144000" cy="26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5D13BC6-1131-ECF9-F5B0-61F58938E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986"/>
            <a:ext cx="9144000" cy="359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39A1E7-B1E8-6A5C-E21A-D374D2F3E2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338684"/>
            <a:ext cx="9144000" cy="260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C13431-28FE-FBA4-7C23-FC95D8CEC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08246"/>
            <a:ext cx="9144000" cy="3869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5CBF36B-CF1B-165B-D6CC-1E29B61BC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948"/>
            <a:ext cx="9144000" cy="2846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FECE25-AC21-A7D3-5461-977DF578F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4E866DD6-383B-7387-A9D4-E1185B62D9D3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Impactos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5F88962-8810-A9BC-AC64-8B5A37A1B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725" y="1583637"/>
            <a:ext cx="9144000" cy="2119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355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Comentarios emitidos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302037-381F-A62E-6FCA-3CA999A04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4" y="470287"/>
            <a:ext cx="76771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5075</TotalTime>
  <Words>76</Words>
  <Application>Microsoft Office PowerPoint</Application>
  <PresentationFormat>Presentación en pantalla (16:9)</PresentationFormat>
  <Paragraphs>19</Paragraphs>
  <Slides>16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556</cp:revision>
  <dcterms:modified xsi:type="dcterms:W3CDTF">2026-10-31T00:39:07Z</dcterms:modified>
</cp:coreProperties>
</file>