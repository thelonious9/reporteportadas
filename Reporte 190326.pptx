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78" r:id="rId5"/>
    <p:sldId id="381" r:id="rId6"/>
    <p:sldId id="382" r:id="rId7"/>
    <p:sldId id="383" r:id="rId8"/>
    <p:sldId id="281" r:id="rId9"/>
    <p:sldId id="351" r:id="rId10"/>
    <p:sldId id="369" r:id="rId11"/>
    <p:sldId id="361" r:id="rId12"/>
    <p:sldId id="371" r:id="rId13"/>
    <p:sldId id="370" r:id="rId14"/>
    <p:sldId id="379" r:id="rId15"/>
    <p:sldId id="38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8"/>
    <a:srgbClr val="3A3A3A"/>
    <a:srgbClr val="691B31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1146" y="33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18</a:t>
            </a:r>
            <a:r>
              <a:rPr lang="es-MX" sz="1600" dirty="0">
                <a:solidFill>
                  <a:srgbClr val="D8AB72"/>
                </a:solidFill>
              </a:rPr>
              <a:t> de marzo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5B0D8EA-298F-036A-58C2-310DC2AE2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7982"/>
            <a:ext cx="9144000" cy="424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20E6D9F-3BC9-3707-8AF2-5DCA95417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2698"/>
            <a:ext cx="9144000" cy="303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F6BE3A5-5F20-B65E-E95E-0D770138B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5240"/>
            <a:ext cx="9144000" cy="163651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F4C19E4-595E-6FFA-7832-A2AFE417A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67251"/>
            <a:ext cx="9144000" cy="154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1A10F16-34D0-99BC-C2CE-7357DD48114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86AD275-A5C0-217B-E4EB-70280C56C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3235"/>
            <a:ext cx="9144000" cy="425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8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F44EDBF-F722-BA58-0032-A9569851BA1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B7AD127-C1D3-0475-1920-45E2976FF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1240"/>
            <a:ext cx="4504640" cy="3327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5908089E-6035-26AC-F03A-BD4FE4DF6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488" y="1093414"/>
            <a:ext cx="4625788" cy="3099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0082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29C81F3-7718-5A18-6786-2D5DD51ED25E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38006C7-7F71-1824-9A7E-34A305CF0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2067"/>
            <a:ext cx="9106980" cy="216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1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D4946BA-161F-E751-AED2-1B562BE2A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5921"/>
            <a:ext cx="9144000" cy="443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9C7C99B-7855-4FD8-7A92-FA199672C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5589"/>
            <a:ext cx="9144000" cy="323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180441D-03A3-710E-964D-E450789F7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9888"/>
            <a:ext cx="9144000" cy="366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6F6F9DA-50DA-4EDD-A107-D7EEE0C73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6021"/>
            <a:ext cx="9144000" cy="351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DF75730-BB06-645E-B3CA-9D3C4A768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5464"/>
            <a:ext cx="9144000" cy="261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4FD3FF9-69A6-6465-CE1C-F93899062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6389"/>
            <a:ext cx="9144000" cy="239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1A25-C9EE-F5E8-70B0-72848C49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D034C7B-D28A-2217-7904-DE5230378964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A748376-E606-5778-4F83-1BA15835A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666750"/>
            <a:ext cx="50673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6551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3CD2619-00B8-8B02-6415-81CE05D5337A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</a:t>
            </a:r>
            <a:endParaRPr lang="es-MX" sz="16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CBB1194-5AF0-9659-28EB-472932210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2365"/>
            <a:ext cx="9144000" cy="343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3102</TotalTime>
  <Words>85</Words>
  <Application>Microsoft Office PowerPoint</Application>
  <PresentationFormat>Presentación en pantalla (16:9)</PresentationFormat>
  <Paragraphs>19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Montserrat Black</vt:lpstr>
      <vt:lpstr>Segoe UI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309</cp:revision>
  <dcterms:modified xsi:type="dcterms:W3CDTF">2026-03-19T19:05:47Z</dcterms:modified>
</cp:coreProperties>
</file>