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7"/>
  </p:notesMasterIdLst>
  <p:sldIdLst>
    <p:sldId id="350" r:id="rId2"/>
    <p:sldId id="352" r:id="rId3"/>
    <p:sldId id="393" r:id="rId4"/>
    <p:sldId id="399" r:id="rId5"/>
    <p:sldId id="378" r:id="rId6"/>
    <p:sldId id="394" r:id="rId7"/>
    <p:sldId id="395" r:id="rId8"/>
    <p:sldId id="396" r:id="rId9"/>
    <p:sldId id="388" r:id="rId10"/>
    <p:sldId id="351" r:id="rId11"/>
    <p:sldId id="369" r:id="rId12"/>
    <p:sldId id="361" r:id="rId13"/>
    <p:sldId id="371" r:id="rId14"/>
    <p:sldId id="384" r:id="rId15"/>
    <p:sldId id="280" r:id="rId16"/>
  </p:sldIdLst>
  <p:sldSz cx="9144000" cy="5143500" type="screen16x9"/>
  <p:notesSz cx="6858000" cy="9144000"/>
  <p:embeddedFontLst>
    <p:embeddedFont>
      <p:font typeface="Montserrat" pitchFamily="2" charset="0"/>
      <p:regular r:id="rId18"/>
      <p:bold r:id="rId19"/>
      <p:italic r:id="rId20"/>
      <p:boldItalic r:id="rId21"/>
    </p:embeddedFont>
    <p:embeddedFont>
      <p:font typeface="Montserrat Black" pitchFamily="2" charset="0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74" d="100"/>
          <a:sy n="74" d="100"/>
        </p:scale>
        <p:origin x="988" y="52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49345-865A-0DA3-76DB-D96B92B9C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A5609B-DEE3-43D0-62AD-1D7731C03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2E0C674-5D05-F1AA-1E23-CB69872B2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9449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</a:t>
            </a:r>
            <a:r>
              <a:rPr kumimoji="0" lang="es-MX" sz="1600" b="0" i="0" u="none" strike="noStrike" kern="0" cap="none" spc="0" normalizeH="0" baseline="0" noProof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: 11</a:t>
            </a:r>
            <a:r>
              <a:rPr lang="es-MX" sz="1600">
                <a:solidFill>
                  <a:srgbClr val="D8AB72"/>
                </a:solidFill>
              </a:rPr>
              <a:t> </a:t>
            </a:r>
            <a:r>
              <a:rPr lang="es-MX" sz="1600" dirty="0">
                <a:solidFill>
                  <a:srgbClr val="D8AB72"/>
                </a:solidFill>
              </a:rPr>
              <a:t>de junio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DAD1E04-EA6A-4343-6DEC-13B07B934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460" y="410123"/>
            <a:ext cx="7562056" cy="1500576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5AF9040-4C60-628E-6469-82E53433D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71" y="1797601"/>
            <a:ext cx="7489033" cy="334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774E286-3F8F-61DE-4CDC-08A35107D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0885"/>
            <a:ext cx="9144000" cy="426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02CF3-B90A-0EB5-9801-0ED2916E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426AD94F-EE82-EF95-255F-C7BB0EE7D2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89C05AD-FE71-6409-029F-B6152435B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167" y="376521"/>
            <a:ext cx="5261665" cy="476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77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145938E-5AE9-FF8E-2BED-E2F1EF24D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10" y="576827"/>
            <a:ext cx="8045156" cy="456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3D51165-2366-8E45-16A4-A6A9D958B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530" y="359319"/>
            <a:ext cx="7029915" cy="123826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7680F05-9E12-4CB0-A83A-5777A8994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30" y="1536584"/>
            <a:ext cx="8011940" cy="360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DD6E688-7663-CCC0-96B4-A3408C8ED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749" y="523220"/>
            <a:ext cx="5043478" cy="456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8CB2CFC-0EDA-0766-2C2C-CD4592134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238" y="436443"/>
            <a:ext cx="5195524" cy="470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F7F8DD-649C-94A5-101C-2DD8117E9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9998"/>
            <a:ext cx="9144000" cy="328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CE371A0-416A-FEBF-79B4-511A45CD1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2306"/>
            <a:ext cx="9144000" cy="197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BC2D2D6-5F72-8BD7-3876-D474465F9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3073"/>
            <a:ext cx="9144000" cy="3757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817E98A-68A4-CEAC-1184-F58C6DA67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2437"/>
            <a:ext cx="9144000" cy="271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320D306-3076-AB0A-EB6A-89C90217B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5222"/>
            <a:ext cx="9144000" cy="367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4E138A5-650E-A587-BFA2-FEBFF766A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785" y="353066"/>
            <a:ext cx="5244428" cy="479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4091</TotalTime>
  <Words>69</Words>
  <Application>Microsoft Office PowerPoint</Application>
  <PresentationFormat>Presentación en pantalla (16:9)</PresentationFormat>
  <Paragraphs>18</Paragraphs>
  <Slides>15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Montserrat</vt:lpstr>
      <vt:lpstr>Arial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397</cp:revision>
  <dcterms:modified xsi:type="dcterms:W3CDTF">2026-06-12T00:44:18Z</dcterms:modified>
</cp:coreProperties>
</file>