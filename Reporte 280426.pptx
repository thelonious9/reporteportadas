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7"/>
  </p:notesMasterIdLst>
  <p:sldIdLst>
    <p:sldId id="350" r:id="rId2"/>
    <p:sldId id="365" r:id="rId3"/>
    <p:sldId id="352" r:id="rId4"/>
    <p:sldId id="378" r:id="rId5"/>
    <p:sldId id="382" r:id="rId6"/>
    <p:sldId id="381" r:id="rId7"/>
    <p:sldId id="383" r:id="rId8"/>
    <p:sldId id="281" r:id="rId9"/>
    <p:sldId id="351" r:id="rId10"/>
    <p:sldId id="369" r:id="rId11"/>
    <p:sldId id="361" r:id="rId12"/>
    <p:sldId id="371" r:id="rId13"/>
    <p:sldId id="370" r:id="rId14"/>
    <p:sldId id="384" r:id="rId15"/>
    <p:sldId id="280" r:id="rId16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8"/>
      <p:bold r:id="rId19"/>
      <p:italic r:id="rId20"/>
      <p:boldItalic r:id="rId21"/>
    </p:embeddedFont>
    <p:embeddedFont>
      <p:font typeface="Montserrat Black" panose="00000A00000000000000" pitchFamily="2" charset="0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28</a:t>
            </a:r>
            <a:r>
              <a:rPr lang="es-MX" sz="1600" dirty="0">
                <a:solidFill>
                  <a:srgbClr val="D8AB72"/>
                </a:solidFill>
              </a:rPr>
              <a:t> de abril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A2DDCDB-0081-893D-166A-DE330EF5E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3220"/>
            <a:ext cx="9144000" cy="425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C128422-47B6-9CDC-AD2E-EF1B43F50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7788"/>
            <a:ext cx="9144000" cy="321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C734CB4-D9AB-4383-CE17-C23E1DB90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539" y="521758"/>
            <a:ext cx="6773896" cy="162770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9FADE06-61CE-5020-17D8-A5506A010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775" y="2097838"/>
            <a:ext cx="6955424" cy="295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07D43-9619-5AA2-8455-580AD3B62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A3D78973-91B5-EED9-D56E-30ED27CC70A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C873CA3-D517-D57A-0634-D8D54F0E4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3220"/>
            <a:ext cx="9144000" cy="423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87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05FFE854-3B29-58CA-3864-4C4C22C50E5F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3CB6804-29C5-DB7B-AD9B-76BEC3531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5132"/>
            <a:ext cx="4535488" cy="291611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6DD07AA-3C00-1404-225B-46D1E87C4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85132"/>
            <a:ext cx="4572000" cy="2927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314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81D4632-C1BF-F061-AEF9-C2C81F7DF768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86973DA-9048-AE2A-FE1B-BE07F10A2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138" y="432312"/>
            <a:ext cx="6002699" cy="184810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F9FE451-357F-19D1-0586-C45C964A9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137" y="2250632"/>
            <a:ext cx="6002699" cy="289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34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492F46E-3754-2473-34AC-F6198C203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3301"/>
            <a:ext cx="9144000" cy="443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77E51F1-635B-266A-8180-F5D95C24E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605"/>
            <a:ext cx="9144000" cy="3238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BB5F278-5AFE-96F7-FAFC-2D2A91D1F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7710"/>
            <a:ext cx="9144000" cy="368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3827C37-508B-DD24-A3E0-D2C40E46E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3093"/>
            <a:ext cx="9144000" cy="351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1049C83-835E-FD77-03E1-E240432D4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4735"/>
            <a:ext cx="9144000" cy="261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84AC31E-E576-D17D-9528-731F904D9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4525"/>
            <a:ext cx="9144000" cy="429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A6E3AA-9467-5FF2-A182-F9C74DF835B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Información emitida por radioescuchas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E698849-69F8-D301-58A9-B8DF37A61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443" y="633142"/>
            <a:ext cx="6011114" cy="387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88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3713</TotalTime>
  <Words>69</Words>
  <Application>Microsoft Office PowerPoint</Application>
  <PresentationFormat>Presentación en pantalla (16:9)</PresentationFormat>
  <Paragraphs>18</Paragraphs>
  <Slides>15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352</cp:revision>
  <dcterms:modified xsi:type="dcterms:W3CDTF">2026-04-28T22:36:47Z</dcterms:modified>
</cp:coreProperties>
</file>