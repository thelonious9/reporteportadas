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1" r:id="rId6"/>
    <p:sldId id="382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Montserrat Black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08" y="27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20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59867CC-FADF-EAE6-5C65-292363DB7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595"/>
            <a:ext cx="9144000" cy="135766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6E2DA56-562A-AE61-9C26-095900A26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4" y="1706264"/>
            <a:ext cx="8066047" cy="343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E13CB0-EA83-B6DD-C421-4296C9BA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6790"/>
            <a:ext cx="9144000" cy="350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3E656B-D558-4C84-CB7E-88462E6B2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21" y="1018958"/>
            <a:ext cx="7401958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0A7158-49CB-18DC-2682-23FB8E606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332926"/>
            <a:ext cx="9144000" cy="130772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3988C9-662C-B88D-C520-35129CC1F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60" y="1341120"/>
            <a:ext cx="3266057" cy="380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D2AE055-309F-9545-DBBB-8820A5DAC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27325"/>
            <a:ext cx="4423728" cy="351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F44EDBF-F722-BA58-0032-A9569851BA1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46B051F-D189-A4F0-818C-6A251C38B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6598"/>
            <a:ext cx="4643120" cy="395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C929626-4487-6EF7-142F-FF216849C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121" y="818198"/>
            <a:ext cx="4500880" cy="3652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08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29C81F3-7718-5A18-6786-2D5DD51ED25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F1C684-B9A3-2AED-AEF7-1A41D4DB9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02" y="1590528"/>
            <a:ext cx="8021169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71946D4-A272-A511-6663-B80FA3B86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11" y="369332"/>
            <a:ext cx="8063304" cy="170953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A8802EC-43FC-A363-19D1-B046023DE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611" y="2078869"/>
            <a:ext cx="6959600" cy="306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CF8008-2EAD-E20B-9224-5341BB3B4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97" y="309960"/>
            <a:ext cx="8571605" cy="37804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C9B4C49-5E71-FD6C-336A-0AFCBFFF2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90385"/>
            <a:ext cx="9144000" cy="99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4C9972-F2F8-1173-A559-4F58F6776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266"/>
            <a:ext cx="9144000" cy="183602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212EB2A-043D-EE10-950E-80FF15518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3771"/>
            <a:ext cx="9144000" cy="346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85D3BC0-FE1A-EE9C-1230-00FD3259C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4095"/>
            <a:ext cx="9144000" cy="32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6ACC56-145E-03CB-13EC-60B5A13F0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5242"/>
            <a:ext cx="9144000" cy="239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0B5FCF-AB44-4473-179B-B6C9EB83A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0064"/>
            <a:ext cx="9144000" cy="252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C9E9FE-8961-DB2D-87F0-B75EAB697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3689"/>
            <a:ext cx="9144000" cy="375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655F67-3461-4DEF-BF65-90FA20ED6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0445"/>
            <a:ext cx="9144000" cy="404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3130</TotalTime>
  <Words>85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Segoe UI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311</cp:revision>
  <dcterms:modified xsi:type="dcterms:W3CDTF">2026-03-20T22:57:41Z</dcterms:modified>
</cp:coreProperties>
</file>