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07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7D8A29-E1B9-F543-6CC9-C7F67F770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859"/>
            <a:ext cx="9144000" cy="341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69E89CC-A2AF-DBE7-F15F-093776839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2217"/>
            <a:ext cx="9144000" cy="25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7AD348-96C5-68AB-6372-5312FE1E8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E3195DA-8146-C7CB-988B-1F7F1CDF5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18" y="1457160"/>
            <a:ext cx="7973538" cy="23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328BEE8-B027-A238-977D-7ED183D2F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8757"/>
            <a:ext cx="9144000" cy="3388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DA5720D-01D5-9DE6-3391-A84F407B4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3D09362-15F5-025A-E227-475F81E80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FF6A70D-04E9-C77D-6224-6746AAC4F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24" y="521758"/>
            <a:ext cx="7897327" cy="162900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3374A87-2480-9438-668C-F8CCFFD0F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31" y="2150760"/>
            <a:ext cx="7973538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1349CE3-B3D8-39FC-695E-BBBD97839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942627"/>
            <a:ext cx="9144000" cy="3401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52786A8-2CF8-A501-E660-EB370CDED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4371"/>
            <a:ext cx="9144000" cy="261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B8FB98-A256-24BC-612B-8B74E6D9C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7154"/>
            <a:ext cx="9144000" cy="329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1D2BB31-6138-1FDD-C7D1-8CDD0B1F1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9443"/>
            <a:ext cx="9144000" cy="260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6935450-9DAE-C84C-EEA1-16FB0A37D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743"/>
            <a:ext cx="9144000" cy="389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35AF7F-0091-6584-82F6-369412531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968383"/>
            <a:ext cx="9144000" cy="334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4789</TotalTime>
  <Words>77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 Black</vt:lpstr>
      <vt:lpstr>Arial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492</cp:revision>
  <dcterms:modified xsi:type="dcterms:W3CDTF">2026-09-07T22:13:44Z</dcterms:modified>
</cp:coreProperties>
</file>