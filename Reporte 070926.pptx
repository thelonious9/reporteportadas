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1" r:id="rId13"/>
    <p:sldId id="412" r:id="rId14"/>
    <p:sldId id="371" r:id="rId15"/>
    <p:sldId id="413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F8F9FA"/>
    <a:srgbClr val="F4F6F8"/>
    <a:srgbClr val="691B31"/>
    <a:srgbClr val="3A3A3A"/>
    <a:srgbClr val="D8AB72"/>
    <a:srgbClr val="B28D5E"/>
    <a:srgbClr val="DBC6A0"/>
    <a:srgbClr val="F6E3C5"/>
    <a:srgbClr val="BC9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07 de septiembre</a:t>
            </a:r>
            <a:endParaRPr lang="es-MX" sz="1600" dirty="0">
              <a:solidFill>
                <a:srgbClr val="D8AB7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A7D8A29-E1B9-F543-6CC9-C7F67F770F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4859"/>
            <a:ext cx="9144000" cy="3416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69E89CC-A2AF-DBE7-F15F-0937768398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92217"/>
            <a:ext cx="9144000" cy="2501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37AD348-96C5-68AB-6372-5312FE1E8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E3195DA-8146-C7CB-988B-1F7F1CDF5C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718" y="1457160"/>
            <a:ext cx="7973538" cy="237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328BEE8-B027-A238-977D-7ED183D2F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8757"/>
            <a:ext cx="9144000" cy="338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en primeras planas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DA5720D-01D5-9DE6-3391-A84F407B4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4107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3D09362-15F5-025A-E227-475F81E80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FF6A70D-04E9-C77D-6224-6746AAC4F1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24" y="521758"/>
            <a:ext cx="7897327" cy="162900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3374A87-2480-9438-668C-F8CCFFD0F8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31" y="2150760"/>
            <a:ext cx="7973538" cy="231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CE6220A-0D75-4C3D-C78C-8F4CF445B9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51827"/>
            <a:ext cx="9144000" cy="3382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7A6B752-ABCE-C635-F898-4BCF5993C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3430"/>
            <a:ext cx="9144000" cy="2599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0AB2B79-4875-E5D7-6461-EAC08BB62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9451"/>
            <a:ext cx="9144000" cy="3147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28405A6-6663-981B-6621-84986BD5E42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gobernador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C8F227A-46D0-066F-0B7B-8F51E5B9F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725" y="1350328"/>
            <a:ext cx="9144000" cy="2585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24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E41BA12-CC96-715F-A0BA-430950D67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1235"/>
            <a:ext cx="9144000" cy="3905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FF6A8-5146-E5F2-074F-084FCC97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250946C-99D0-0E60-607A-48C02ED03621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818FD7F-06AC-4CB4-989E-1A0A57C3A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488" y="385477"/>
            <a:ext cx="8496000" cy="475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73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4787</TotalTime>
  <Words>77</Words>
  <Application>Microsoft Office PowerPoint</Application>
  <PresentationFormat>Presentación en pantalla (16:9)</PresentationFormat>
  <Paragraphs>19</Paragraphs>
  <Slides>16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Montserrat Black</vt:lpstr>
      <vt:lpstr>Arial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491</cp:revision>
  <dcterms:modified xsi:type="dcterms:W3CDTF">2026-09-07T14:02:20Z</dcterms:modified>
</cp:coreProperties>
</file>