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414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27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0DA3C26-2461-92C9-9848-D3EF3DD0A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9680"/>
            <a:ext cx="9144000" cy="350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AD1819A-30BA-0EA4-76F6-0C367EB64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6383"/>
            <a:ext cx="9144000" cy="251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Temas 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B12437B-EE3F-7037-A2C3-3B7E1F53F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116A3FF-7618-AE8A-8976-6F35E3C06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0974" y="1895475"/>
            <a:ext cx="3629025" cy="149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1BB64B5-4A42-8B0E-5DDD-282A76EEE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1370"/>
            <a:ext cx="9144000" cy="346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6580C80-BF08-64DA-4126-93BA66D07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119352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9C3D06C-AA6F-7993-3EF2-42928629D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7EAC5D-7384-8822-D2AF-E8DDE4E61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343025"/>
            <a:ext cx="8115300" cy="260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70A6C15-3ABE-7D8A-C594-CB2D0E422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62962"/>
            <a:ext cx="9144000" cy="356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500061D-2F37-E1A2-EED5-C6FC26694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327920"/>
            <a:ext cx="9144000" cy="263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5A6ED94-6D09-AC0E-5DC2-7EA6E10CA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6757"/>
            <a:ext cx="9144000" cy="3892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DBA68E6-4432-AA1D-43BA-5049F296A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6660"/>
            <a:ext cx="9144000" cy="2713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FECE25-AC21-A7D3-5461-977DF578F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E866DD6-383B-7387-A9D4-E1185B62D9D3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Impactos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B43830-2964-BF28-8D73-C11C4777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0909"/>
            <a:ext cx="9144000" cy="404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55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E80BF10-0269-EDC3-D87B-B609B70F9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725" y="542925"/>
            <a:ext cx="3638550" cy="405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5048</TotalTime>
  <Words>76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553</cp:revision>
  <dcterms:modified xsi:type="dcterms:W3CDTF">2026-10-27T23:36:23Z</dcterms:modified>
</cp:coreProperties>
</file>