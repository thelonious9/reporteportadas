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27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DA3C26-2461-92C9-9848-D3EF3DD0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680"/>
            <a:ext cx="9144000" cy="35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D1819A-30BA-0EA4-76F6-0C367EB64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383"/>
            <a:ext cx="9144000" cy="251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12437B-EE3F-7037-A2C3-3B7E1F53F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16A3FF-7618-AE8A-8976-6F35E3C0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74" y="1895475"/>
            <a:ext cx="36290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BB64B5-4A42-8B0E-5DDD-282A76EEE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370"/>
            <a:ext cx="9144000" cy="34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6580C80-BF08-64DA-4126-93BA66D07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193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9C3D06C-AA6F-7993-3EF2-42928629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7EAC5D-7384-8822-D2AF-E8DDE4E61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343025"/>
            <a:ext cx="81153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7EBF48-DC66-73F1-4E90-E3963F6AD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869654"/>
            <a:ext cx="9144000" cy="354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6517F0-BE9A-3088-7796-154742F32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34400"/>
            <a:ext cx="9144000" cy="26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339A95-DDEE-0304-AADF-ED3E3CC0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103"/>
            <a:ext cx="9144000" cy="37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BACC4A-46CE-D641-187D-D71DE378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796"/>
            <a:ext cx="9144000" cy="27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D74E42-F6DC-EE30-72DD-2FC160C0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518"/>
            <a:ext cx="9144000" cy="23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5BE092-A531-9B88-0846-60AB9F1CE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01" y="395912"/>
            <a:ext cx="3194974" cy="47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5047</TotalTime>
  <Words>76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552</cp:revision>
  <dcterms:modified xsi:type="dcterms:W3CDTF">2026-10-27T15:26:02Z</dcterms:modified>
</cp:coreProperties>
</file>