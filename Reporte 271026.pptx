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8"/>
  </p:notesMasterIdLst>
  <p:sldIdLst>
    <p:sldId id="350" r:id="rId2"/>
    <p:sldId id="404" r:id="rId3"/>
    <p:sldId id="408" r:id="rId4"/>
    <p:sldId id="405" r:id="rId5"/>
    <p:sldId id="406" r:id="rId6"/>
    <p:sldId id="394" r:id="rId7"/>
    <p:sldId id="395" r:id="rId8"/>
    <p:sldId id="396" r:id="rId9"/>
    <p:sldId id="403" r:id="rId10"/>
    <p:sldId id="388" r:id="rId11"/>
    <p:sldId id="351" r:id="rId12"/>
    <p:sldId id="361" r:id="rId13"/>
    <p:sldId id="412" r:id="rId14"/>
    <p:sldId id="414" r:id="rId15"/>
    <p:sldId id="413" r:id="rId16"/>
    <p:sldId id="280" r:id="rId17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9"/>
      <p:bold r:id="rId20"/>
      <p:italic r:id="rId21"/>
      <p:boldItalic r:id="rId22"/>
    </p:embeddedFont>
    <p:embeddedFont>
      <p:font typeface="Montserrat Black" panose="00000A00000000000000" pitchFamily="2" charset="0"/>
      <p:bold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FA"/>
    <a:srgbClr val="F8F9FA"/>
    <a:srgbClr val="F4F6F8"/>
    <a:srgbClr val="691B31"/>
    <a:srgbClr val="3A3A3A"/>
    <a:srgbClr val="D8AB72"/>
    <a:srgbClr val="B28D5E"/>
    <a:srgbClr val="DBC6A0"/>
    <a:srgbClr val="F6E3C5"/>
    <a:srgbClr val="BC95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</a:t>
            </a:r>
            <a:r>
              <a:rPr lang="es-MX" sz="1600" dirty="0">
                <a:solidFill>
                  <a:srgbClr val="D8AB72"/>
                </a:solidFill>
              </a:rPr>
              <a:t>27</a:t>
            </a: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 de octubre</a:t>
            </a:r>
            <a:endParaRPr lang="es-MX" sz="1600" dirty="0">
              <a:solidFill>
                <a:srgbClr val="D8AB7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17:00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0DA3C26-2461-92C9-9848-D3EF3DD0A9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89680"/>
            <a:ext cx="9144000" cy="3507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AD1819A-30BA-0EA4-76F6-0C367EB64B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86383"/>
            <a:ext cx="9144000" cy="2513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Temas 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4B12437B-EE3F-7037-A2C3-3B7E1F53FC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488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116A3FF-7618-AE8A-8976-6F35E3C069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0974" y="1895475"/>
            <a:ext cx="3629025" cy="1495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1BB64B5-4A42-8B0E-5DDD-282A76EEE4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1370"/>
            <a:ext cx="9144000" cy="3463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en primeras planas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56580C80-BF08-64DA-4126-93BA66D075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119352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79C3D06C-AA6F-7993-3EF2-42928629DB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37EAC5D-7384-8822-D2AF-E8DDE4E616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50" y="1343025"/>
            <a:ext cx="8115300" cy="2600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42C3E72-FC73-F61C-9E94-AFF84022B8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84673"/>
            <a:ext cx="9144000" cy="3574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A4B6A63-23F5-22D8-F606-070C910723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65195"/>
            <a:ext cx="9144000" cy="2657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2749F10-E8BE-0D85-1AB9-5F0D1B1383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29991"/>
            <a:ext cx="9144000" cy="3826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828405A6-6663-981B-6621-84986BD5E42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gobernador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8C7F621-C1E5-177C-79DE-8AB5AA43EB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68338"/>
            <a:ext cx="9144000" cy="2749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0249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FECE25-AC21-A7D3-5461-977DF578F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4E866DD6-383B-7387-A9D4-E1185B62D9D3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Impactos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5DA032E-0B02-25A7-4008-C59A608239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4949"/>
            <a:ext cx="9144000" cy="4016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63556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DFF6A8-5146-E5F2-074F-084FCC971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5250946C-99D0-0E60-607A-48C02ED03621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Comentarios emitidos por radioescuchas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4A235C1-4CD4-3975-CDD4-40E718B0F0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24576"/>
            <a:ext cx="9144000" cy="3437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5737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5049</TotalTime>
  <Words>76</Words>
  <Application>Microsoft Office PowerPoint</Application>
  <PresentationFormat>Presentación en pantalla (16:9)</PresentationFormat>
  <Paragraphs>19</Paragraphs>
  <Slides>16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Montserrat</vt:lpstr>
      <vt:lpstr>Arial</vt:lpstr>
      <vt:lpstr>Montserrat Black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554</cp:revision>
  <dcterms:modified xsi:type="dcterms:W3CDTF">2026-10-28T23:04:35Z</dcterms:modified>
</cp:coreProperties>
</file>