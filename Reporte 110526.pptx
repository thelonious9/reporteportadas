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350" r:id="rId2"/>
    <p:sldId id="365" r:id="rId3"/>
    <p:sldId id="352" r:id="rId4"/>
    <p:sldId id="393" r:id="rId5"/>
    <p:sldId id="378" r:id="rId6"/>
    <p:sldId id="386" r:id="rId7"/>
    <p:sldId id="387" r:id="rId8"/>
    <p:sldId id="390" r:id="rId9"/>
    <p:sldId id="388" r:id="rId10"/>
    <p:sldId id="351" r:id="rId11"/>
    <p:sldId id="369" r:id="rId12"/>
    <p:sldId id="361" r:id="rId13"/>
    <p:sldId id="371" r:id="rId14"/>
    <p:sldId id="384" r:id="rId15"/>
    <p:sldId id="280" r:id="rId1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Black" panose="00000A00000000000000" pitchFamily="2" charset="0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CE8EF-5503-277B-E35A-FE39AA229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2F6D979-0903-D341-8C4D-0A1C6FEC0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D8ED27C-D614-C1C6-9079-1945B5692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63238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11</a:t>
            </a:r>
            <a:r>
              <a:rPr lang="es-MX" sz="1600" dirty="0">
                <a:solidFill>
                  <a:srgbClr val="D8AB72"/>
                </a:solidFill>
              </a:rPr>
              <a:t> de mayo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36F9699-F5A5-1F14-CEA8-633CC2116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5982"/>
            <a:ext cx="9144000" cy="379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9A047BF-DD05-712C-4DF3-68A443857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6922"/>
            <a:ext cx="9144000" cy="304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0BCA393-6C83-6822-A58C-6A4EF3F7D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174" y="691088"/>
            <a:ext cx="6097651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106E2B-D9DC-582B-3D3C-B377F3251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15" y="409273"/>
            <a:ext cx="7840169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8339A-4E55-30D6-87EF-6562AE2A5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A9652F2C-8765-B253-7039-CA0EB2466D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4E900B3-794C-5219-460F-9B5002EE9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7434"/>
            <a:ext cx="9144000" cy="356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85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C28C1-8BF7-5569-E730-A5C2BB80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3F4E7BA7-DD7E-5E0B-007A-332EFCC8009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8FC35CE-CB04-C5D3-C405-ABFFE1DF5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0" y="1130119"/>
            <a:ext cx="4497518" cy="302613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0604CBA-8466-40DE-B852-09D7395BE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88" y="1167820"/>
            <a:ext cx="4608512" cy="295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168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8E447-D974-DFF1-07E6-5BC645BAA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6BFA382-A206-7716-F8A4-C3A644F4421F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6B9E957-2B98-E004-0C4D-D83C538F1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26" y="1180906"/>
            <a:ext cx="8049748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90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0773CEB-3C61-E4A6-5062-3755EC55E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3428"/>
            <a:ext cx="9144000" cy="439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861F50D-4050-0348-C135-B2AB61FE9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3604"/>
            <a:ext cx="9144000" cy="331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E49136B-B56D-B1DC-A4AA-81D109950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315"/>
            <a:ext cx="9144000" cy="481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77B028A-85E0-9A70-9285-57A1AAC94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5786"/>
            <a:ext cx="9144000" cy="243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01690EB-084A-3103-8759-1F063692D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0517"/>
            <a:ext cx="9144000" cy="430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C6D83E-8D7E-33C1-F527-A864C07DB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0097"/>
            <a:ext cx="9144000" cy="226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3839</TotalTime>
  <Words>72</Words>
  <Application>Microsoft Office PowerPoint</Application>
  <PresentationFormat>Presentación en pantalla (16:9)</PresentationFormat>
  <Paragraphs>18</Paragraphs>
  <Slides>15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361</cp:revision>
  <dcterms:modified xsi:type="dcterms:W3CDTF">2026-05-12T00:44:31Z</dcterms:modified>
</cp:coreProperties>
</file>