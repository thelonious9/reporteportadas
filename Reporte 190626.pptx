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9"/>
  </p:notesMasterIdLst>
  <p:sldIdLst>
    <p:sldId id="350" r:id="rId2"/>
    <p:sldId id="352" r:id="rId3"/>
    <p:sldId id="393" r:id="rId4"/>
    <p:sldId id="399" r:id="rId5"/>
    <p:sldId id="378" r:id="rId6"/>
    <p:sldId id="394" r:id="rId7"/>
    <p:sldId id="395" r:id="rId8"/>
    <p:sldId id="396" r:id="rId9"/>
    <p:sldId id="403" r:id="rId10"/>
    <p:sldId id="388" r:id="rId11"/>
    <p:sldId id="351" r:id="rId12"/>
    <p:sldId id="369" r:id="rId13"/>
    <p:sldId id="361" r:id="rId14"/>
    <p:sldId id="371" r:id="rId15"/>
    <p:sldId id="401" r:id="rId16"/>
    <p:sldId id="400" r:id="rId17"/>
    <p:sldId id="280" r:id="rId18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20"/>
      <p:bold r:id="rId21"/>
      <p:italic r:id="rId22"/>
      <p:boldItalic r:id="rId23"/>
    </p:embeddedFont>
    <p:embeddedFont>
      <p:font typeface="Montserrat Black" panose="00000A00000000000000" pitchFamily="2" charset="0"/>
      <p:bold r:id="rId24"/>
      <p:italic r:id="rId25"/>
      <p:boldItalic r:id="rId2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65" userDrawn="1">
          <p15:clr>
            <a:srgbClr val="A4A3A4"/>
          </p15:clr>
        </p15:guide>
        <p15:guide id="2" pos="2857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AD30198-60FD-D96C-7EFF-04ABEB9B0931}" name="Usuario invitado" initials="Ui" userId="Usuario invitado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9FA"/>
    <a:srgbClr val="F4F6F8"/>
    <a:srgbClr val="691B31"/>
    <a:srgbClr val="3A3A3A"/>
    <a:srgbClr val="D8AB72"/>
    <a:srgbClr val="B28D5E"/>
    <a:srgbClr val="DBC6A0"/>
    <a:srgbClr val="F6E3C5"/>
    <a:srgbClr val="BC955B"/>
    <a:srgbClr val="EEEE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1682E8D-AFAE-4055-8BED-796683ABB225}">
  <a:tblStyle styleId="{31682E8D-AFAE-4055-8BED-796683ABB22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303" autoAdjust="0"/>
  </p:normalViewPr>
  <p:slideViewPr>
    <p:cSldViewPr snapToGrid="0">
      <p:cViewPr varScale="1">
        <p:scale>
          <a:sx n="133" d="100"/>
          <a:sy n="133" d="100"/>
        </p:scale>
        <p:origin x="906" y="114"/>
      </p:cViewPr>
      <p:guideLst>
        <p:guide orient="horz" pos="1665"/>
        <p:guide pos="285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31" Type="http://schemas.microsoft.com/office/2018/10/relationships/authors" Target="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2164725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5633582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5D8FB4-E321-0E01-8262-6CF75FF3C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992D699-CFB9-7D9E-96EA-B379B7F5A6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055D00D-F622-9591-B42F-DD768852A2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34724661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649345-865A-0DA3-76DB-D96B92B9C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FA5609B-DEE3-43D0-62AD-1D7731C038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92E0C674-5D05-F1AA-1E23-CB69872B21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3994495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8544991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567EE-3B4E-8C48-2AAD-0C70B0A7F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F77A78B-931E-E4C0-06DD-65C39828E9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45FACC4-33AE-75CC-0129-66D11BC3A3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003483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>
          <a:extLst>
            <a:ext uri="{FF2B5EF4-FFF2-40B4-BE49-F238E27FC236}">
              <a16:creationId xmlns:a16="http://schemas.microsoft.com/office/drawing/2014/main" id="{F25F0AE0-550E-E139-0EAA-601DDCDE3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14864f70b6d_0_51:notes">
            <a:extLst>
              <a:ext uri="{FF2B5EF4-FFF2-40B4-BE49-F238E27FC236}">
                <a16:creationId xmlns:a16="http://schemas.microsoft.com/office/drawing/2014/main" id="{CC41C0BC-CB49-17D9-FE89-62E8BEDFE0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14864f70b6d_0_51:notes">
            <a:extLst>
              <a:ext uri="{FF2B5EF4-FFF2-40B4-BE49-F238E27FC236}">
                <a16:creationId xmlns:a16="http://schemas.microsoft.com/office/drawing/2014/main" id="{0F552A97-0F1D-AD78-E939-C9840F5EB6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631123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1_Section 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264"/>
            <a:ext cx="9143999" cy="5142236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647" cy="393801"/>
          </a:xfrm>
          <a:prstGeom prst="rect">
            <a:avLst/>
          </a:prstGeom>
        </p:spPr>
        <p:txBody>
          <a:bodyPr spcFirstLastPara="1" wrap="square" lIns="159150" tIns="159150" rIns="159150" bIns="159150" anchor="t" anchorCtr="0">
            <a:normAutofit/>
          </a:bodyPr>
          <a:lstStyle>
            <a:lvl1pPr lvl="0">
              <a:buNone/>
              <a:defRPr sz="1074"/>
            </a:lvl1pPr>
            <a:lvl2pPr lvl="1">
              <a:buNone/>
              <a:defRPr sz="1074"/>
            </a:lvl2pPr>
            <a:lvl3pPr lvl="2">
              <a:buNone/>
              <a:defRPr sz="1074"/>
            </a:lvl3pPr>
            <a:lvl4pPr lvl="3">
              <a:buNone/>
              <a:defRPr sz="1074"/>
            </a:lvl4pPr>
            <a:lvl5pPr lvl="4">
              <a:buNone/>
              <a:defRPr sz="1074"/>
            </a:lvl5pPr>
            <a:lvl6pPr lvl="5">
              <a:buNone/>
              <a:defRPr sz="1074"/>
            </a:lvl6pPr>
            <a:lvl7pPr lvl="6">
              <a:buNone/>
              <a:defRPr sz="1074"/>
            </a:lvl7pPr>
            <a:lvl8pPr lvl="7">
              <a:buNone/>
              <a:defRPr sz="1074"/>
            </a:lvl8pPr>
            <a:lvl9pPr lvl="8">
              <a:buNone/>
              <a:defRPr sz="1074"/>
            </a:lvl9pPr>
          </a:lstStyle>
          <a:p>
            <a:fld id="{00000000-1234-1234-1234-123412341234}" type="slidenum">
              <a:rPr lang="es-419" smtClean="0"/>
              <a:pPr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445769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7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B63C1ED-1A4B-E4D8-BBCB-DD9BCB7C36B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fontScale="55000" lnSpcReduction="20000"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s-419" sz="1074" b="0" i="0" u="none" strike="noStrike" kern="0" cap="none" spc="0" normalizeH="0" baseline="0" noProof="0" smtClean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</a:t>
            </a:fld>
            <a:endParaRPr kumimoji="0" lang="es-419" sz="1074" b="0" i="0" u="none" strike="noStrike" kern="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4" name="Google Shape;101;p27">
            <a:extLst>
              <a:ext uri="{FF2B5EF4-FFF2-40B4-BE49-F238E27FC236}">
                <a16:creationId xmlns:a16="http://schemas.microsoft.com/office/drawing/2014/main" id="{18C1BF8B-A9D3-CA16-8B39-9E27229A586D}"/>
              </a:ext>
            </a:extLst>
          </p:cNvPr>
          <p:cNvSpPr txBox="1"/>
          <p:nvPr/>
        </p:nvSpPr>
        <p:spPr>
          <a:xfrm>
            <a:off x="542235" y="2200528"/>
            <a:ext cx="8059529" cy="630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2400" b="0" i="0" u="none" strike="noStrike" kern="0" cap="none" spc="0" normalizeH="0" baseline="0" noProof="0" dirty="0">
                <a:ln>
                  <a:noFill/>
                </a:ln>
                <a:solidFill>
                  <a:srgbClr val="691B31"/>
                </a:solidFill>
                <a:effectLst/>
                <a:uLnTx/>
                <a:uFillTx/>
                <a:latin typeface="Montserrat Black"/>
                <a:ea typeface="Montserrat Black"/>
                <a:cs typeface="Montserrat Black"/>
                <a:sym typeface="Montserrat Black"/>
              </a:rPr>
              <a:t>Reporte impresos,  radio y tv local. 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400" b="1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"/>
                <a:ea typeface="Montserrat"/>
                <a:cs typeface="Montserrat"/>
                <a:sym typeface="Montserrat"/>
              </a:rPr>
              <a:t>Gobernador, secretarías y dependencias</a:t>
            </a:r>
            <a:endParaRPr kumimoji="0" lang="es-MX" sz="2000" b="1" i="0" u="none" strike="noStrike" kern="0" cap="none" spc="0" normalizeH="0" baseline="0" noProof="0" dirty="0">
              <a:ln>
                <a:noFill/>
              </a:ln>
              <a:solidFill>
                <a:srgbClr val="D8AB72"/>
              </a:solidFill>
              <a:effectLst/>
              <a:uLnTx/>
              <a:uFillTx/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F8F99902-E806-65F7-B1B2-5BFEE3D764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408" y="598169"/>
            <a:ext cx="2724918" cy="1203962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3A420959-05AA-86D7-CF62-D891272906E0}"/>
              </a:ext>
            </a:extLst>
          </p:cNvPr>
          <p:cNvSpPr txBox="1"/>
          <p:nvPr/>
        </p:nvSpPr>
        <p:spPr>
          <a:xfrm>
            <a:off x="4171949" y="3865402"/>
            <a:ext cx="4384835" cy="547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lnSpc>
                <a:spcPct val="90000"/>
              </a:lnSpc>
              <a:buNone/>
              <a:defRPr sz="3800">
                <a:solidFill>
                  <a:srgbClr val="691B31"/>
                </a:solidFill>
                <a:latin typeface="Montserrat Black"/>
                <a:ea typeface="Montserrat Black"/>
                <a:cs typeface="Montserrat Black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Elaborado: 19</a:t>
            </a:r>
            <a:r>
              <a:rPr lang="es-MX" sz="1600" dirty="0">
                <a:solidFill>
                  <a:srgbClr val="D8AB72"/>
                </a:solidFill>
              </a:rPr>
              <a:t> de junio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16:00</a:t>
            </a:r>
          </a:p>
        </p:txBody>
      </p:sp>
    </p:spTree>
    <p:extLst>
      <p:ext uri="{BB962C8B-B14F-4D97-AF65-F5344CB8AC3E}">
        <p14:creationId xmlns:p14="http://schemas.microsoft.com/office/powerpoint/2010/main" val="971462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733E49C1-1D8F-00BE-B848-54AEEE19433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D7A7646-3BD7-ECBF-2608-8312D2637A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32833"/>
            <a:ext cx="9144000" cy="3820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46735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A115B23-9219-C74D-1B93-EB466FF53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5272FFEB-F79A-B289-E2B0-F9E2F92695D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A6299CDB-07A3-1402-0388-496A60E0AB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259392"/>
            <a:ext cx="9144000" cy="2767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97915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802CF3-B90A-0EB5-9801-0ED2916EC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426AD94F-EE82-EF95-255F-C7BB0EE7D2C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F4F6C7FF-4883-F1EE-C954-515293C814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3385" y="691088"/>
            <a:ext cx="6844205" cy="390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15773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DFC28BF4-D482-2861-AE41-CFF0342FFB9A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34D02EA-EC5E-BD95-E949-A80833EEA6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298" y="733159"/>
            <a:ext cx="7916380" cy="3820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03845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F384B7-8BD8-1B37-5F51-FD46B11FD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5D745B17-E8D1-051C-B27F-A3B591D8F7F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1560F10-BC40-5A51-BF8E-C91B5DF8EB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17227"/>
            <a:ext cx="9144000" cy="3851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7083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383A7D-6E95-7FBD-ECB9-6F21EFAB5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EF6B6CD5-AF4A-39E2-B949-E9735271D8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medios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97BF45D5-694C-2427-CBC6-019253FDA2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3385" y="691088"/>
            <a:ext cx="6844205" cy="390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00977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569AC2-17AA-6728-4169-8404B6464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FC488274-DEF2-00AA-CBB0-3ADE1D32DCE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temas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E42E2349-9383-DF8F-3273-06ABBDF74F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671" y="562332"/>
            <a:ext cx="7295633" cy="4161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6623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B6DC8C-E619-F67B-9048-4615CF198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C46A5360-EC76-283F-42C4-C3D1585636DD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A75802C7-5706-07BF-1C3C-88FBAB4049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5739" y="1611033"/>
            <a:ext cx="6039498" cy="20643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28591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>
          <a:extLst>
            <a:ext uri="{FF2B5EF4-FFF2-40B4-BE49-F238E27FC236}">
              <a16:creationId xmlns:a16="http://schemas.microsoft.com/office/drawing/2014/main" id="{3AB59246-6522-404E-9FEB-F1E85E07D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AE07F171-51E8-E8F4-27C7-0CA3B7A8A99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26E7E212-B9A3-A3E2-696D-E554248824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725" y="673633"/>
            <a:ext cx="9144000" cy="3939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8119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1430F0AF-D0FD-1C68-F7C4-D9E93764E31F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6C795D8-48B2-C900-4066-9E4A0CDA58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98191"/>
            <a:ext cx="9144000" cy="28899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692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953E20-D2E3-C7B6-3681-7F75E49F3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2D220DED-6E95-D0AE-57E3-7DFB60F03ADD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2EE9499C-5200-B517-76DB-C1B5616930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83646"/>
            <a:ext cx="9144000" cy="33190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49192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270743E-55A0-8447-939B-33D92F1087F2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66219BF6-CFF2-6677-3456-8C60A816C7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76594"/>
            <a:ext cx="9144000" cy="31331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284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CE4F37E4-6BA2-F83F-177F-21C522FF978A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8DF6B71F-EAF5-E51C-C9CA-39B6CE2304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33204"/>
            <a:ext cx="9144000" cy="4321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29462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9581CC-3E44-E007-5391-2FF11DE95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A07908B9-0429-B1EE-CD49-5627DDA54DD4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D828D105-D408-4135-3EBE-306100300E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75590"/>
            <a:ext cx="9144000" cy="3735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5224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A7C59986-F48B-C2F8-8717-714125E0D234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Opinión emitida por radioescuchas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82E2C46C-5B03-FF77-2B40-B76E7D68A3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3601" y="433089"/>
            <a:ext cx="5896798" cy="4277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48208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9BA4FDF3-73D0-20C6-94F5-7E9F2481C0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1106" y="1453514"/>
            <a:ext cx="5061788" cy="2236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36245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4150</TotalTime>
  <Words>80</Words>
  <Application>Microsoft Office PowerPoint</Application>
  <PresentationFormat>Presentación en pantalla (16:9)</PresentationFormat>
  <Paragraphs>20</Paragraphs>
  <Slides>17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17</vt:i4>
      </vt:variant>
    </vt:vector>
  </HeadingPairs>
  <TitlesOfParts>
    <vt:vector size="21" baseType="lpstr">
      <vt:lpstr>Arial</vt:lpstr>
      <vt:lpstr>Montserrat Black</vt:lpstr>
      <vt:lpstr>Montserrat</vt:lpstr>
      <vt:lpstr>Simple Light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Francisco Villeda</dc:creator>
  <cp:lastModifiedBy>Francisco Villeda Velazquez</cp:lastModifiedBy>
  <cp:revision>403</cp:revision>
  <dcterms:modified xsi:type="dcterms:W3CDTF">2026-06-20T00:48:39Z</dcterms:modified>
</cp:coreProperties>
</file>