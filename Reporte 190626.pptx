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1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18</a:t>
            </a:r>
            <a:r>
              <a:rPr lang="es-MX" sz="1600" dirty="0">
                <a:solidFill>
                  <a:srgbClr val="D8AB72"/>
                </a:solidFill>
              </a:rPr>
              <a:t>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E33BAD-A91C-93E2-16A7-EFC652A1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8520"/>
            <a:ext cx="9144000" cy="378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AD54E2-AF99-35B0-2C30-9B7D994CA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2683"/>
            <a:ext cx="9144000" cy="278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CA8F08-BAB4-1140-7C7C-9267449F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C0F5DD-174C-9A78-C309-600890BED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47" y="1538134"/>
            <a:ext cx="7925906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32A83C-4FE1-D2E1-C91F-4CE3C1BA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247"/>
            <a:ext cx="9144000" cy="380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9A3514-3205-25B5-E61E-31147938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E64AAB7-5D94-1DF2-7B37-ADC6BDFF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6EAF18-395E-376C-64FA-4411B8796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7" y="1247580"/>
            <a:ext cx="7916380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F23890-880B-DD27-D714-570FFB235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624120"/>
            <a:ext cx="9144000" cy="403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B39942-4E10-02BF-FDCD-3945D314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206"/>
            <a:ext cx="9144000" cy="299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614572-666D-FD69-5417-2B795CE8D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322"/>
            <a:ext cx="9144000" cy="378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CBE318-A776-5B76-8AC6-8C18DE451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655"/>
            <a:ext cx="9144000" cy="307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E6C053-A166-E9D2-1334-6305E2C6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4728"/>
            <a:ext cx="9144000" cy="21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81CC-3E44-E007-5391-2FF11DE9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07908B9-0429-B1EE-CD49-5627DDA54DD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367313-8478-90BF-0295-22E477DD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008"/>
            <a:ext cx="9144000" cy="4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AD154E-5907-6941-1EC2-5EA817860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747" y="780790"/>
            <a:ext cx="5963482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4141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401</cp:revision>
  <dcterms:modified xsi:type="dcterms:W3CDTF">2026-06-19T00:33:52Z</dcterms:modified>
</cp:coreProperties>
</file>