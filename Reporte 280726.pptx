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28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F346C9-768F-E53B-3AA4-6A8596AF9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287"/>
            <a:ext cx="9144000" cy="33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2EA2B6-A5CF-C6BD-DFBA-540EC4E6F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907"/>
            <a:ext cx="9144000" cy="247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8E1D12-2874-23B8-209D-386BC4232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0" y="570139"/>
            <a:ext cx="8226235" cy="414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E5C624-56C5-4761-54D0-B5857944A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5" y="642668"/>
            <a:ext cx="7992590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F62CAB-EC89-48B6-7CE3-9787A285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082"/>
            <a:ext cx="9144000" cy="337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CE74190-07F4-7CEF-C274-777023B7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663458"/>
            <a:ext cx="7855928" cy="395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C16BC82-8CB8-5F57-1D57-DD39A834A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BA6BB2-8DFC-604F-D9C6-B16F81879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8" y="642659"/>
            <a:ext cx="7973538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A09524-1B12-2E58-231D-653A7069D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1725"/>
            <a:ext cx="9144000" cy="350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BC4083-69E7-A2C6-0B36-D956A57A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418"/>
            <a:ext cx="9144000" cy="26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E5763-202A-E129-7739-8350AB4D6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749"/>
            <a:ext cx="9144000" cy="37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7A2464-0738-6893-A810-DEBA5362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392"/>
            <a:ext cx="9144000" cy="28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DC3493-778B-B897-9A3C-FAC5F754C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47"/>
            <a:ext cx="9144000" cy="38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11C546-EB38-95BD-8F37-8DFF956B8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42" y="499764"/>
            <a:ext cx="5496692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4369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452</cp:revision>
  <dcterms:modified xsi:type="dcterms:W3CDTF">2026-07-28T22:25:25Z</dcterms:modified>
</cp:coreProperties>
</file>