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7"/>
  </p:notesMasterIdLst>
  <p:sldIdLst>
    <p:sldId id="350" r:id="rId2"/>
    <p:sldId id="365" r:id="rId3"/>
    <p:sldId id="352" r:id="rId4"/>
    <p:sldId id="378" r:id="rId5"/>
    <p:sldId id="280" r:id="rId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8"/>
      <p:bold r:id="rId9"/>
      <p:italic r:id="rId10"/>
      <p:boldItalic r:id="rId11"/>
    </p:embeddedFont>
    <p:embeddedFont>
      <p:font typeface="Montserrat Black" panose="00000A00000000000000" pitchFamily="2" charset="0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1B31"/>
    <a:srgbClr val="F4F6F8"/>
    <a:srgbClr val="3A3A3A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1176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08 de abril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D35E548-4BDC-9A15-61B4-1AFA6B3FE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859"/>
            <a:ext cx="9144000" cy="424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E9900D2-D66E-D69A-F107-246DB5A22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2714"/>
            <a:ext cx="9144000" cy="303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2F85912-0951-6429-C3B2-38318287B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1856"/>
            <a:ext cx="9144000" cy="403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3517</TotalTime>
  <Words>35</Words>
  <Application>Microsoft Office PowerPoint</Application>
  <PresentationFormat>Presentación en pantalla (16:9)</PresentationFormat>
  <Paragraphs>8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333</cp:revision>
  <dcterms:modified xsi:type="dcterms:W3CDTF">2026-04-08T22:58:46Z</dcterms:modified>
</cp:coreProperties>
</file>