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415" r:id="rId11"/>
    <p:sldId id="388" r:id="rId12"/>
    <p:sldId id="351" r:id="rId13"/>
    <p:sldId id="361" r:id="rId14"/>
    <p:sldId id="412" r:id="rId15"/>
    <p:sldId id="371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58DE4-3412-9088-B1B4-79869F94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008E0C-A5B4-91BC-3FDB-E307F83D1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7A4750-F976-FE9C-D318-EA85711B3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7254848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27</a:t>
            </a:r>
            <a:r>
              <a:rPr lang="es-MX" sz="1600" dirty="0">
                <a:solidFill>
                  <a:srgbClr val="D8AB72"/>
                </a:solidFill>
              </a:rPr>
              <a:t> de agosto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08172DE-CD31-3D5F-1DB6-9C988D9F9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96331"/>
            <a:ext cx="9144000" cy="339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1DF8FDE-036A-2C82-73B1-10DC7A9C4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8678"/>
            <a:ext cx="9144000" cy="2449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77720E6-E916-BCEB-EDFC-9D4FAAFDE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0A09B69-A0BC-9952-B358-3FFCF92F9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94" y="609006"/>
            <a:ext cx="7964011" cy="260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913F4A7-2D64-E210-7468-4088442CC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761"/>
            <a:ext cx="9144000" cy="334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6313AC-658F-B34E-E402-AF22DFC13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E5D83E6-99AC-BFF6-6CF9-BB2B45A2D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904BAA2-9DDD-E884-E86B-0D4F1AFEC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52" y="918922"/>
            <a:ext cx="8211696" cy="344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BF25A5-4702-3E49-A0CB-7D32C4F11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1D9F8713-584F-5DB2-99A4-71CC77D22989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D905C5C-C06D-DF56-AB71-D818E6AEB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84" y="1312832"/>
            <a:ext cx="7935432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01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8C68752-8175-ED95-DFA7-60BEE92DD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936342"/>
            <a:ext cx="9144000" cy="341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3136EE3-B9F6-E64F-D4A0-2F81CB303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8126"/>
            <a:ext cx="9144000" cy="2590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DA6DEC5-8FF2-3F41-44FF-D6B472B16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4388"/>
            <a:ext cx="9144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3666358-6D22-E7F6-EC3F-150CE9B4E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7550"/>
            <a:ext cx="9144000" cy="257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48BE04A-9422-B471-A10A-B2101697A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1525"/>
            <a:ext cx="9144000" cy="186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685110-AB8B-8D19-005E-1469AB4FF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7325"/>
            <a:ext cx="9144000" cy="1988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4753</TotalTime>
  <Words>81</Words>
  <Application>Microsoft Office PowerPoint</Application>
  <PresentationFormat>Presentación en pantalla (16:9)</PresentationFormat>
  <Paragraphs>20</Paragraphs>
  <Slides>17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</vt:lpstr>
      <vt:lpstr>Montserrat Black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480</cp:revision>
  <dcterms:modified xsi:type="dcterms:W3CDTF">2026-08-27T23:40:25Z</dcterms:modified>
</cp:coreProperties>
</file>