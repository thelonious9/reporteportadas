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415" r:id="rId11"/>
    <p:sldId id="388" r:id="rId12"/>
    <p:sldId id="351" r:id="rId13"/>
    <p:sldId id="361" r:id="rId14"/>
    <p:sldId id="412" r:id="rId15"/>
    <p:sldId id="371" r:id="rId16"/>
    <p:sldId id="413" r:id="rId17"/>
    <p:sldId id="416" r:id="rId18"/>
    <p:sldId id="280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8DE4-3412-9088-B1B4-79869F94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008E0C-A5B4-91BC-3FDB-E307F83D1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7A4750-F976-FE9C-D318-EA85711B3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5484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27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8172DE-CD31-3D5F-1DB6-9C988D9F9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6331"/>
            <a:ext cx="9144000" cy="339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DF8FDE-036A-2C82-73B1-10DC7A9C4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8678"/>
            <a:ext cx="9144000" cy="244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7720E6-E916-BCEB-EDFC-9D4FAAFDE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0A09B69-A0BC-9952-B358-3FFCF92F9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94" y="609006"/>
            <a:ext cx="7964011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13F4A7-2D64-E210-7468-4088442CC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761"/>
            <a:ext cx="9144000" cy="334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6313AC-658F-B34E-E402-AF22DFC13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E5D83E6-99AC-BFF6-6CF9-BB2B45A2D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04BAA2-9DDD-E884-E86B-0D4F1AFEC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52" y="918922"/>
            <a:ext cx="8211696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F25A5-4702-3E49-A0CB-7D32C4F11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D9F8713-584F-5DB2-99A4-71CC77D22989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905C5C-C06D-DF56-AB71-D818E6AEB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84" y="1312832"/>
            <a:ext cx="7935432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01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5193C9-5F19-044E-1BD9-3FC8F4815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5158"/>
            <a:ext cx="9144000" cy="355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41A316-0E32-A3C4-7A52-DA6BE9511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4720"/>
            <a:ext cx="9144000" cy="261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549E9E-7E2C-7572-2EF1-F9AA79FB5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8830"/>
            <a:ext cx="9144000" cy="374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04F55A-A4A6-C115-23C4-C768F7E2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884"/>
            <a:ext cx="9144000" cy="273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5B1473-E361-77F2-9051-DA9F66692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773"/>
            <a:ext cx="9144000" cy="390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672662-FB0F-0527-E44A-2ABD8ACEA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141"/>
            <a:ext cx="9144000" cy="238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966D19-114C-A6F3-AD60-EA7522CD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C2D92B3-FE6E-B338-3B95-6C582961E1DF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CCBEEF-24C0-1866-E429-331486407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5" y="1166607"/>
            <a:ext cx="7563906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92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4752</TotalTime>
  <Words>85</Words>
  <Application>Microsoft Office PowerPoint</Application>
  <PresentationFormat>Presentación en pantalla (16:9)</PresentationFormat>
  <Paragraphs>21</Paragraphs>
  <Slides>18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479</cp:revision>
  <dcterms:modified xsi:type="dcterms:W3CDTF">2026-08-27T16:25:20Z</dcterms:modified>
</cp:coreProperties>
</file>