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8"/>
  </p:notesMasterIdLst>
  <p:sldIdLst>
    <p:sldId id="350" r:id="rId2"/>
    <p:sldId id="365" r:id="rId3"/>
    <p:sldId id="352" r:id="rId4"/>
    <p:sldId id="393" r:id="rId5"/>
    <p:sldId id="378" r:id="rId6"/>
    <p:sldId id="394" r:id="rId7"/>
    <p:sldId id="395" r:id="rId8"/>
    <p:sldId id="398" r:id="rId9"/>
    <p:sldId id="396" r:id="rId10"/>
    <p:sldId id="388" r:id="rId11"/>
    <p:sldId id="351" r:id="rId12"/>
    <p:sldId id="369" r:id="rId13"/>
    <p:sldId id="361" r:id="rId14"/>
    <p:sldId id="371" r:id="rId15"/>
    <p:sldId id="384" r:id="rId16"/>
    <p:sldId id="280" r:id="rId17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Montserrat Black" panose="00000A00000000000000" pitchFamily="2" charset="0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9FA"/>
    <a:srgbClr val="F4F6F8"/>
    <a:srgbClr val="691B31"/>
    <a:srgbClr val="3A3A3A"/>
    <a:srgbClr val="D8AB72"/>
    <a:srgbClr val="B28D5E"/>
    <a:srgbClr val="DBC6A0"/>
    <a:srgbClr val="F6E3C5"/>
    <a:srgbClr val="BC955B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3" d="100"/>
          <a:sy n="133" d="100"/>
        </p:scale>
        <p:origin x="906" y="120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63358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D8FB4-E321-0E01-8262-6CF75FF3C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992D699-CFB9-7D9E-96EA-B379B7F5A6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055D00D-F622-9591-B42F-DD768852A2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724661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</a:t>
            </a:r>
            <a:r>
              <a:rPr lang="es-MX" sz="1600" dirty="0">
                <a:solidFill>
                  <a:srgbClr val="D8AB72"/>
                </a:solidFill>
              </a:rPr>
              <a:t>28</a:t>
            </a: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 </a:t>
            </a:r>
            <a:r>
              <a:rPr lang="es-MX" sz="1600" dirty="0">
                <a:solidFill>
                  <a:srgbClr val="D8AB72"/>
                </a:solidFill>
              </a:rPr>
              <a:t> de mayo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14:00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78379D8F-E8C5-7EA8-DBB0-B6484BBC9BD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7922F3B-B2B5-D150-1BE4-D2B92A8E4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7562"/>
            <a:ext cx="9144000" cy="3391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651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733E49C1-1D8F-00BE-B848-54AEEE19433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CCF3EAF-ED5C-6EDC-BAD1-60B1797F17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49901"/>
            <a:ext cx="9144000" cy="2443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673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115B23-9219-C74D-1B93-EB466FF53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5272FFEB-F79A-B289-E2B0-F9E2F92695D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7BE605F-A919-0A61-BB10-11A6EB8DD9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028" y="657664"/>
            <a:ext cx="7878920" cy="3971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791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DFC28BF4-D482-2861-AE41-CFF0342FFB9A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D98D21A-1F4B-B9FD-67E1-56A31EAAF7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520" y="885589"/>
            <a:ext cx="7944959" cy="3372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384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895CBB-7EDA-678C-3FCC-2B16BA897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1286EB35-EF9C-CD29-A384-54A2E32DDA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DC0565A-8D0A-9CFA-4A9A-605B0B5A6C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7003"/>
            <a:ext cx="9144000" cy="3392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2059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C1EBBA-92C3-5476-C1AF-7F36B78D3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883E10B7-5306-FB47-3253-891CB7DAD4C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6EF02DCC-5BAC-5803-2466-31A3D0E405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809752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221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7584ED-2DC3-D0E5-87FA-871BE6FA8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0AED95D-00EA-CC3A-DBC4-6C4B48A78E7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20B718C-2662-D93B-50CB-62D9A4DB2E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167" y="762064"/>
            <a:ext cx="7464642" cy="3762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4431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20EC88FD-15B2-677D-05EF-322F29B5CBF5}"/>
              </a:ext>
            </a:extLst>
          </p:cNvPr>
          <p:cNvSpPr txBox="1"/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D2F32EE-E7B0-6751-FA22-7D8C0CD4A4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757" y="1728670"/>
            <a:ext cx="7954485" cy="168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4874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696A835-FB14-EC1D-1CA2-1DEDEB19EE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3759"/>
            <a:ext cx="9144000" cy="3918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EA6B458-720B-ECC7-DD46-AFD5E02D0D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4630"/>
            <a:ext cx="9144000" cy="2977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D220DED-6E95-D0AE-57E3-7DFB60F03ADD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B2E4A9D-797C-B5F7-7C10-E690AFCE64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725" y="979021"/>
            <a:ext cx="9144000" cy="3328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CAF6DA4-66D9-69CC-85A0-21A11BC8B0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32585"/>
            <a:ext cx="9144000" cy="3078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04986A9-EDEF-DCB1-F396-98A3A6A6C4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3629"/>
            <a:ext cx="9144000" cy="4076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5CA6E3AA-9467-5FF2-A182-F9C74DF835BA}"/>
              </a:ext>
            </a:extLst>
          </p:cNvPr>
          <p:cNvSpPr txBox="1"/>
          <p:nvPr/>
        </p:nvSpPr>
        <p:spPr>
          <a:xfrm>
            <a:off x="1926166" y="0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Información emitida por radioescuchas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74A5930-A970-F491-7590-C5A371060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102" y="280675"/>
            <a:ext cx="6922771" cy="4862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8881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4009</TotalTime>
  <Words>68</Words>
  <Application>Microsoft Office PowerPoint</Application>
  <PresentationFormat>Presentación en pantalla (16:9)</PresentationFormat>
  <Paragraphs>19</Paragraphs>
  <Slides>16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Montserrat Black</vt:lpstr>
      <vt:lpstr>Montserrat</vt:lpstr>
      <vt:lpstr>Arial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382</cp:revision>
  <dcterms:modified xsi:type="dcterms:W3CDTF">2026-05-29T00:44:59Z</dcterms:modified>
</cp:coreProperties>
</file>