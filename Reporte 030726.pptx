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5" r:id="rId4"/>
    <p:sldId id="399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7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03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18:00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7866FD-C959-BA82-2F51-43CCF958B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8584"/>
            <a:ext cx="9144000" cy="340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F2AB0E-A0DB-C742-2A83-E4F0318BF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6642"/>
            <a:ext cx="9144000" cy="247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4E76EC-1D12-4DA0-550B-1F948E6B3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75352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E9074E-9C78-49FE-D19F-7E05EEA9A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81" y="595027"/>
            <a:ext cx="7964011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540E33-FF1D-29F1-39C5-65A1587F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391"/>
            <a:ext cx="9144000" cy="342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95A1DE-F09B-7338-07B8-8E3AF553A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E37B1B0-0F67-4759-954A-BD81E701B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387B1D2-D267-C57B-2793-0F10D02CD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56" y="804606"/>
            <a:ext cx="7440063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AAF691-8B38-6CF8-9C58-8B5E3E6B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1844"/>
            <a:ext cx="9144000" cy="394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608597-7416-E169-C626-2294C64DC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1189735"/>
            <a:ext cx="9144000" cy="2906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8C966F-ADA4-ECF0-FC88-7DC49B1A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8669"/>
            <a:ext cx="9144000" cy="380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61B6CE-76BD-BF90-2315-9A73161C5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404"/>
            <a:ext cx="9144000" cy="296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F2A9121-923A-F751-2D8D-A799A23F0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1108"/>
            <a:ext cx="9144000" cy="434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0A3B-2932-AFD4-DA44-C1DC3779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5670A3C-A776-65F2-DF24-F6228170D173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545932-7CCE-7A0A-6EB1-92F62BC70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38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33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CF1DB77-0CDC-533A-545A-033626994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056"/>
            <a:ext cx="9144000" cy="259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4261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417</cp:revision>
  <dcterms:modified xsi:type="dcterms:W3CDTF">2026-07-03T16:37:24Z</dcterms:modified>
</cp:coreProperties>
</file>