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5" r:id="rId4"/>
    <p:sldId id="399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7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02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18:00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2E2E71D-8791-403B-C090-555FB688A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2833"/>
            <a:ext cx="9144000" cy="382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6261E8E-96DF-A914-D18B-952C2501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7884"/>
            <a:ext cx="9144000" cy="277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7825FB3-D899-1E7B-540C-41BAE8D12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4FA7D67-AAAF-1CB9-6C02-72215495A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438107"/>
            <a:ext cx="8897592" cy="24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7183DC-A074-5F3A-C41F-6C01194F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155"/>
            <a:ext cx="9144000" cy="382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113DAC2-95F1-07F1-78F6-0C855E11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624D387-29FE-BC0F-0131-20495BA5C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CD5837-2942-779F-43D2-ACFBCA209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0" y="504536"/>
            <a:ext cx="7916380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CAAF691-8B38-6CF8-9C58-8B5E3E6BC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844"/>
            <a:ext cx="9144000" cy="3942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0608597-7416-E169-C626-2294C64DC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12" y="1189735"/>
            <a:ext cx="9144000" cy="2906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88C966F-ADA4-ECF0-FC88-7DC49B1A5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8669"/>
            <a:ext cx="9144000" cy="380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D61B6CE-76BD-BF90-2315-9A73161C5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1404"/>
            <a:ext cx="9144000" cy="2963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2A9121-923A-F751-2D8D-A799A23F0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71108"/>
            <a:ext cx="9144000" cy="434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0A3B-2932-AFD4-DA44-C1DC3779E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95670A3C-A776-65F2-DF24-F6228170D173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9545932-7CCE-7A0A-6EB1-92F62BC70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3738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3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CF1DB77-0CDC-533A-545A-033626994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8056"/>
            <a:ext cx="9144000" cy="25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4259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416</cp:revision>
  <dcterms:modified xsi:type="dcterms:W3CDTF">2026-07-02T22:45:01Z</dcterms:modified>
</cp:coreProperties>
</file>