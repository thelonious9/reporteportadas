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5" r:id="rId4"/>
    <p:sldId id="399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7" r:id="rId16"/>
    <p:sldId id="400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210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03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18:00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C7866FD-C959-BA82-2F51-43CCF958B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584"/>
            <a:ext cx="9144000" cy="340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DF2AB0E-A0DB-C742-2A83-E4F0318BF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6642"/>
            <a:ext cx="9144000" cy="2473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D4E76EC-1D12-4DA0-550B-1F948E6B3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753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E9074E-9C78-49FE-D19F-7E05EEA9A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81" y="595027"/>
            <a:ext cx="7964011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540E33-FF1D-29F1-39C5-65A1587F5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2391"/>
            <a:ext cx="9144000" cy="342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895A1DE-F09B-7338-07B8-8E3AF553A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E37B1B0-0F67-4759-954A-BD81E701B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387B1D2-D267-C57B-2793-0F10D02CD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456" y="804606"/>
            <a:ext cx="7440063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31A439-4E7A-EE11-0580-AE47C4BD7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49"/>
            <a:ext cx="9144000" cy="403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C540BB-D235-57BC-C8A9-758C79051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9536"/>
            <a:ext cx="9144000" cy="292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E53245D-3937-BA4E-63D3-95EA76958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710"/>
            <a:ext cx="9144000" cy="333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4C60C86-3DB6-3118-4D26-64C7AB1E0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7974"/>
            <a:ext cx="9144000" cy="30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6A72AE-EFE7-4BC0-11C5-7D078E053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99043"/>
            <a:ext cx="9144000" cy="428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0A3B-2932-AFD4-DA44-C1DC3779E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95670A3C-A776-65F2-DF24-F6228170D173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5543B6B-D7F3-A44C-8443-0930A4237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9279"/>
            <a:ext cx="9144000" cy="328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33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8510FE5-AAA2-4BFD-87B4-BEB31BF52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60" y="776027"/>
            <a:ext cx="8811855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4262</TotalTime>
  <Words>80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418</cp:revision>
  <dcterms:modified xsi:type="dcterms:W3CDTF">2026-07-04T01:25:17Z</dcterms:modified>
</cp:coreProperties>
</file>