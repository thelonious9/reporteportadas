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52" r:id="rId3"/>
    <p:sldId id="365" r:id="rId4"/>
    <p:sldId id="378" r:id="rId5"/>
    <p:sldId id="374" r:id="rId6"/>
    <p:sldId id="376" r:id="rId7"/>
    <p:sldId id="377" r:id="rId8"/>
    <p:sldId id="281" r:id="rId9"/>
    <p:sldId id="351" r:id="rId10"/>
    <p:sldId id="369" r:id="rId11"/>
    <p:sldId id="361" r:id="rId12"/>
    <p:sldId id="371" r:id="rId13"/>
    <p:sldId id="370" r:id="rId14"/>
    <p:sldId id="379" r:id="rId15"/>
    <p:sldId id="380" r:id="rId16"/>
    <p:sldId id="280" r:id="rId17"/>
  </p:sldIdLst>
  <p:sldSz cx="9144000" cy="5143500" type="screen16x9"/>
  <p:notesSz cx="6858000" cy="9144000"/>
  <p:embeddedFontLst>
    <p:embeddedFont>
      <p:font typeface="Montserrat" pitchFamily="2" charset="0"/>
      <p:regular r:id="rId19"/>
      <p:bold r:id="rId20"/>
      <p:italic r:id="rId21"/>
      <p:boldItalic r:id="rId22"/>
    </p:embeddedFont>
    <p:embeddedFont>
      <p:font typeface="Montserrat Black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6F8"/>
    <a:srgbClr val="3A3A3A"/>
    <a:srgbClr val="691B31"/>
    <a:srgbClr val="D8AB72"/>
    <a:srgbClr val="B28D5E"/>
    <a:srgbClr val="DBC6A0"/>
    <a:srgbClr val="F6E3C5"/>
    <a:srgbClr val="BC955B"/>
    <a:srgbClr val="EEEEEE"/>
    <a:srgbClr val="CB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308" y="272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12</a:t>
            </a:r>
            <a:r>
              <a:rPr lang="es-MX" sz="1600" dirty="0">
                <a:solidFill>
                  <a:srgbClr val="D8AB72"/>
                </a:solidFill>
              </a:rPr>
              <a:t> de marzo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A2DE1C73-870E-FF4D-288D-0C2FCDFED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512" y="375591"/>
            <a:ext cx="9144000" cy="1428119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97CC743-5F76-B702-A223-19B18F065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56080"/>
            <a:ext cx="4571319" cy="3487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CE616AC-D2D9-BD47-7A2A-9FECC3CF2F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1808842"/>
            <a:ext cx="3163888" cy="239666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BE6107B-536B-47BF-D3E3-552361AF23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6784" y="3548539"/>
            <a:ext cx="3877216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BCCC90E-3DD2-DF13-E6DB-8869AABC9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2367"/>
            <a:ext cx="9144000" cy="311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5434616-33F6-159D-9C87-1B39A08B5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24" y="596358"/>
            <a:ext cx="8621328" cy="1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D2985B8D-46A7-8E29-9052-5B776D648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9669"/>
            <a:ext cx="9144000" cy="127520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A06A6D8-7CC5-CEFC-FAF7-CFE4A8663FD8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4755183C-6EFF-7DE3-9E89-58B8D161E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2942" y="1766766"/>
            <a:ext cx="4001058" cy="876422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E343AF4C-F94B-9D8F-7D8C-28C02B36C8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1994" y="2643188"/>
            <a:ext cx="3982006" cy="1152686"/>
          </a:xfrm>
          <a:prstGeom prst="rect">
            <a:avLst/>
          </a:prstGeom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0AC4ACF9-75DE-BD2C-ACD6-0CD01D9618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54870"/>
            <a:ext cx="5188799" cy="3488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106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BD4BE96-F2E3-E812-50CF-66AB2076BC5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>
                <a:latin typeface="Montserrat" pitchFamily="2" charset="0"/>
              </a:rPr>
              <a:t>Gobernador</a:t>
            </a:r>
            <a:endParaRPr lang="es-MX" sz="2800" b="1" dirty="0">
              <a:latin typeface="Montserrat" pitchFamily="2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8B76088-4EF3-145D-9AED-35B3F0235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59" y="523220"/>
            <a:ext cx="3532143" cy="36372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8D945F1-B8E7-D136-5F09-3BF4AC842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6332" y="552659"/>
            <a:ext cx="2934109" cy="304843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C8B71573-3E2A-C927-4285-D6C0A7557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05319"/>
            <a:ext cx="4572000" cy="3192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45744F91-B6AE-0CAE-0C1B-8AE56A6126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997801"/>
            <a:ext cx="4572000" cy="3040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7294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610BFFFA-A68D-A4C5-3185-D4186E302C8C}"/>
              </a:ext>
            </a:extLst>
          </p:cNvPr>
          <p:cNvSpPr txBox="1"/>
          <p:nvPr/>
        </p:nvSpPr>
        <p:spPr>
          <a:xfrm>
            <a:off x="1225126" y="144380"/>
            <a:ext cx="66207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b="1" dirty="0">
                <a:latin typeface="Montserrat" pitchFamily="2" charset="0"/>
              </a:rPr>
              <a:t>Información del gobernador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3F00B7A-9296-7F50-6B45-6CDFDE333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95" y="544490"/>
            <a:ext cx="7401385" cy="22901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7A5D80B-051D-B0C5-FEAE-2BC8E377A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307" y="2941866"/>
            <a:ext cx="7401385" cy="2057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80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6EB1AF5-A795-1D83-4D83-D3E4D2B7B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25162"/>
            <a:ext cx="9144000" cy="409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CEC340A-5074-17C7-E9DE-9812AF688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9438"/>
            <a:ext cx="9144000" cy="322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0BF1F0F-70BE-EA11-36CA-0BCD9911D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3206"/>
            <a:ext cx="9144000" cy="367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2BE9A5D-E0E5-90ED-CB9D-2028548C0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1710"/>
            <a:ext cx="9144000" cy="34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D98A8CB-CFAE-9695-3A65-FFCD89C99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4429"/>
            <a:ext cx="9144000" cy="243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02FF624-91D7-7E42-2C7A-B22D061D6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5681"/>
            <a:ext cx="9144000" cy="245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C1A25-C9EE-F5E8-70B0-72848C49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BD034C7B-D28A-2217-7904-DE5230378964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DF69307-6B94-33B8-D22C-00D4513CC3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738" y="666750"/>
            <a:ext cx="496252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6551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B8AA6159-06D0-1EE1-8265-4557BB321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6243"/>
            <a:ext cx="9144000" cy="363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32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3047</TotalTime>
  <Words>78</Words>
  <Application>Microsoft Office PowerPoint</Application>
  <PresentationFormat>Presentación en pantalla (16:9)</PresentationFormat>
  <Paragraphs>18</Paragraphs>
  <Slides>16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Montserrat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301</cp:revision>
  <dcterms:modified xsi:type="dcterms:W3CDTF">2026-03-13T19:16:07Z</dcterms:modified>
</cp:coreProperties>
</file>