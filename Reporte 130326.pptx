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352" r:id="rId3"/>
    <p:sldId id="365" r:id="rId4"/>
    <p:sldId id="378" r:id="rId5"/>
    <p:sldId id="374" r:id="rId6"/>
    <p:sldId id="376" r:id="rId7"/>
    <p:sldId id="377" r:id="rId8"/>
    <p:sldId id="281" r:id="rId9"/>
    <p:sldId id="351" r:id="rId10"/>
    <p:sldId id="369" r:id="rId11"/>
    <p:sldId id="361" r:id="rId12"/>
    <p:sldId id="371" r:id="rId13"/>
    <p:sldId id="370" r:id="rId14"/>
    <p:sldId id="379" r:id="rId15"/>
    <p:sldId id="380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  <p:embeddedFont>
      <p:font typeface="Segoe UI" panose="020B0502040204020203" pitchFamily="3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6F8"/>
    <a:srgbClr val="3A3A3A"/>
    <a:srgbClr val="691B31"/>
    <a:srgbClr val="D8AB72"/>
    <a:srgbClr val="B28D5E"/>
    <a:srgbClr val="DBC6A0"/>
    <a:srgbClr val="F6E3C5"/>
    <a:srgbClr val="BC955B"/>
    <a:srgbClr val="EEEEEE"/>
    <a:srgbClr val="CBCA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1146" y="33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481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582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13</a:t>
            </a:r>
            <a:r>
              <a:rPr lang="es-MX" sz="1600" dirty="0">
                <a:solidFill>
                  <a:srgbClr val="D8AB72"/>
                </a:solidFill>
              </a:rPr>
              <a:t> de marzo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14:00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A2DE1C73-870E-FF4D-288D-0C2FCDFED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6512" y="375591"/>
            <a:ext cx="9144000" cy="1428119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497CC743-5F76-B702-A223-19B18F0655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56080"/>
            <a:ext cx="4571319" cy="3487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BCE616AC-D2D9-BD47-7A2A-9FECC3CF2F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1808842"/>
            <a:ext cx="3163888" cy="2396663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BE6107B-536B-47BF-D3E3-552361AF23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6784" y="3548539"/>
            <a:ext cx="3877216" cy="1219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BCCC90E-3DD2-DF13-E6DB-8869AABC9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12367"/>
            <a:ext cx="9144000" cy="3118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negativas y positivas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434616-33F6-159D-9C87-1B39A08B5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824" y="596358"/>
            <a:ext cx="8621328" cy="160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D2985B8D-46A7-8E29-9052-5B776D648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9669"/>
            <a:ext cx="9144000" cy="1275201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A06A6D8-7CC5-CEFC-FAF7-CFE4A8663FD8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4755183C-6EFF-7DE3-9E89-58B8D161E4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942" y="1766766"/>
            <a:ext cx="4001058" cy="876422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E343AF4C-F94B-9D8F-7D8C-28C02B36C8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1994" y="2643188"/>
            <a:ext cx="3982006" cy="1152686"/>
          </a:xfrm>
          <a:prstGeom prst="rect">
            <a:avLst/>
          </a:prstGeom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0AC4ACF9-75DE-BD2C-ACD6-0CD01D9618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54870"/>
            <a:ext cx="5188799" cy="3488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2106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BD4BE96-F2E3-E812-50CF-66AB2076BC5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>
                <a:latin typeface="Montserrat" pitchFamily="2" charset="0"/>
              </a:rPr>
              <a:t>Gobernador</a:t>
            </a:r>
            <a:endParaRPr lang="es-MX" sz="2800" b="1" dirty="0">
              <a:latin typeface="Montserrat" pitchFamily="2" charset="0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78B76088-4EF3-145D-9AED-35B3F0235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59" y="523220"/>
            <a:ext cx="3532143" cy="363722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8D945F1-B8E7-D136-5F09-3BF4AC8428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6332" y="552659"/>
            <a:ext cx="2934109" cy="304843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C8B71573-3E2A-C927-4285-D6C0A75578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05319"/>
            <a:ext cx="4572000" cy="3192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45744F91-B6AE-0CAE-0C1B-8AE56A6126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997801"/>
            <a:ext cx="4572000" cy="3040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7294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610BFFFA-A68D-A4C5-3185-D4186E302C8C}"/>
              </a:ext>
            </a:extLst>
          </p:cNvPr>
          <p:cNvSpPr txBox="1"/>
          <p:nvPr/>
        </p:nvSpPr>
        <p:spPr>
          <a:xfrm>
            <a:off x="1225126" y="144380"/>
            <a:ext cx="66207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000" b="1" dirty="0">
                <a:latin typeface="Montserrat" pitchFamily="2" charset="0"/>
              </a:rPr>
              <a:t>Información del gobernador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3F00B7A-9296-7F50-6B45-6CDFDE333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95" y="544490"/>
            <a:ext cx="7401385" cy="229015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67A5D80B-051D-B0C5-FEAE-2BC8E377AE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307" y="2941866"/>
            <a:ext cx="7401385" cy="2057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380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9000" b="-19000"/>
          </a:stretch>
        </a:blip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3A896FC-8168-8E2C-E4F7-11A96AAB671C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6A372B4-63F3-FAF1-8E59-FBD5856858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15478"/>
            <a:ext cx="9144000" cy="4455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50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240F420-9EB0-E344-6232-BE9487166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5867"/>
            <a:ext cx="9144000" cy="327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FCDB21B-6230-ACE6-BE7D-2AFCB9C576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3275"/>
            <a:ext cx="9144000" cy="4456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6C771C4-7F09-420B-9DD1-96E82C3B3E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6826"/>
            <a:ext cx="9144000" cy="3389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E39F1B1-78FE-E6FC-E82A-1805BC491D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24822"/>
            <a:ext cx="9144000" cy="269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6903D2B-B628-46FF-5530-8427CCDFD7AB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C0EB269-54C8-5EC2-19BF-1F5E7A630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0042"/>
            <a:ext cx="9144000" cy="2503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8949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C1A25-C9EE-F5E8-70B0-72848C496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BD034C7B-D28A-2217-7904-DE5230378964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A0CB5EC-60D9-1209-C774-48F8FA7C5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2310"/>
            <a:ext cx="9144000" cy="3618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514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3CD2619-00B8-8B02-6415-81CE05D5337A}"/>
              </a:ext>
            </a:extLst>
          </p:cNvPr>
          <p:cNvSpPr txBox="1"/>
          <p:nvPr/>
        </p:nvSpPr>
        <p:spPr>
          <a:xfrm>
            <a:off x="2249488" y="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600" b="1" i="0" dirty="0">
                <a:solidFill>
                  <a:srgbClr val="611232"/>
                </a:solidFill>
                <a:effectLst/>
                <a:latin typeface="Segoe UI" panose="020B0502040204020203" pitchFamily="34" charset="0"/>
              </a:rPr>
              <a:t>Información Emitida por Radioescucha</a:t>
            </a:r>
            <a:endParaRPr lang="es-MX" sz="160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51A0EDC-7AE9-CA3E-AE4E-E533A9BEC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9203"/>
            <a:ext cx="9144000" cy="3585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9322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3054</TotalTime>
  <Words>82</Words>
  <Application>Microsoft Office PowerPoint</Application>
  <PresentationFormat>Presentación en pantalla (16:9)</PresentationFormat>
  <Paragraphs>19</Paragraphs>
  <Slides>16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1" baseType="lpstr">
      <vt:lpstr>Arial</vt:lpstr>
      <vt:lpstr>Montserrat Black</vt:lpstr>
      <vt:lpstr>Montserrat</vt:lpstr>
      <vt:lpstr>Segoe UI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302</cp:revision>
  <dcterms:modified xsi:type="dcterms:W3CDTF">2026-03-13T23:13:35Z</dcterms:modified>
</cp:coreProperties>
</file>