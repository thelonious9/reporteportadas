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07 de agosto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2DB832C-BD60-5F43-0BD6-940C2DAB4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8376"/>
            <a:ext cx="9144000" cy="336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131BE13-6483-A512-D4D4-F9134D47B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7780"/>
            <a:ext cx="9144000" cy="247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48C07A0-030C-B0F3-D5EA-D8872CFC6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B503547-963D-84BF-3630-BBCDCE83E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1695" y="1790591"/>
            <a:ext cx="3467584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09FD355-26A1-3364-ED90-12F68EF56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4560"/>
            <a:ext cx="9144000" cy="341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4F5E92A-0421-4008-BE2A-492C07A3C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96952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E65815C-1877-8715-ADE3-86EB62CEC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9D284AC-C3A2-EBF4-EF74-A8A8D4F89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29" y="680764"/>
            <a:ext cx="8002117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16C0CD1-ACD5-4A59-5893-34DE02945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2636"/>
            <a:ext cx="9144000" cy="350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A2A1457-883E-B36F-5BAF-B783B8546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8316"/>
            <a:ext cx="9144000" cy="266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3B1806A-B0B4-0230-F9FC-9E78D9A58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1425"/>
            <a:ext cx="9144000" cy="388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A3AE4DE-BFD2-B02F-FA33-ABFAC714D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5387"/>
            <a:ext cx="9144000" cy="273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E4E1E2A-E76F-C6C0-BDAD-43681BF4A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5372"/>
            <a:ext cx="9144000" cy="211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F2AF5B-2834-1C0B-9725-5773781D8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338F291-9C8E-D1F6-530E-8861F8F8369D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149F5CF-FF21-BAC7-A4B2-84660BDB9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03" y="962795"/>
            <a:ext cx="7659169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18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4472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461</cp:revision>
  <dcterms:modified xsi:type="dcterms:W3CDTF">2026-08-08T00:24:17Z</dcterms:modified>
</cp:coreProperties>
</file>