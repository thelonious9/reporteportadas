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>
                <a:solidFill>
                  <a:srgbClr val="D8AB72"/>
                </a:solidFill>
              </a:rPr>
              <a:t>27 </a:t>
            </a:r>
            <a:r>
              <a:rPr lang="es-MX" sz="1600" dirty="0">
                <a:solidFill>
                  <a:srgbClr val="D8AB72"/>
                </a:solidFill>
              </a:rPr>
              <a:t>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7FE9B4-3EDC-9CAE-E6ED-E9A8524A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41"/>
          <a:stretch>
            <a:fillRect/>
          </a:stretch>
        </p:blipFill>
        <p:spPr>
          <a:xfrm>
            <a:off x="-1" y="519324"/>
            <a:ext cx="9144001" cy="462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DDCA04-87AE-6553-DE2B-2EAC52C8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290"/>
            <a:ext cx="9144000" cy="30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0D1DD5-E23E-0D1C-8EB4-EFFA8C396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0" y="790326"/>
            <a:ext cx="8097380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9795A0-400D-971D-0F00-E8897035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343"/>
          <a:stretch>
            <a:fillRect/>
          </a:stretch>
        </p:blipFill>
        <p:spPr>
          <a:xfrm>
            <a:off x="0" y="439473"/>
            <a:ext cx="9144000" cy="470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493401"/>
            <a:ext cx="1952898" cy="2857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9EDAFD0-B20D-1AC2-272F-B439CF442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048"/>
            <a:ext cx="4572000" cy="327628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34A7034-74C9-A531-9F91-DC566A649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05048"/>
            <a:ext cx="4615297" cy="327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8E1EC7-42B9-981C-3AD5-F8DEAA391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6" y="685537"/>
            <a:ext cx="8078327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0151C-C063-2525-50D2-C466A04AF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73"/>
            <a:ext cx="9144000" cy="445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4ACEE6-3995-0F17-38B7-37E5F989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172"/>
            <a:ext cx="9144000" cy="33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7BDE20-E6EC-4D42-171E-86C4AC81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178"/>
            <a:ext cx="9144000" cy="3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1AFB52-C97B-C717-D1B9-3225BE99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815"/>
            <a:ext cx="9144000" cy="35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045332-E273-D841-CDB3-FE2DDA65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43"/>
            <a:ext cx="9144000" cy="26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9EB998-DDDB-A47F-8C29-EB5FDB88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479"/>
            <a:ext cx="9144000" cy="24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B03E7-7470-3936-2EE9-306F04FE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C817B70-9C92-9F9F-A5C0-FBB60AD6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87" y="314000"/>
            <a:ext cx="7887801" cy="46583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3418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Montserrat Black</vt:lpstr>
      <vt:lpstr>Montserrat</vt:lpstr>
      <vt:lpstr>Arial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321</cp:revision>
  <dcterms:modified xsi:type="dcterms:W3CDTF">2026-03-27T23:09:34Z</dcterms:modified>
</cp:coreProperties>
</file>