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8"/>
  </p:notesMasterIdLst>
  <p:sldIdLst>
    <p:sldId id="350" r:id="rId2"/>
    <p:sldId id="365" r:id="rId3"/>
    <p:sldId id="352" r:id="rId4"/>
    <p:sldId id="378" r:id="rId5"/>
    <p:sldId id="381" r:id="rId6"/>
    <p:sldId id="382" r:id="rId7"/>
    <p:sldId id="383" r:id="rId8"/>
    <p:sldId id="281" r:id="rId9"/>
    <p:sldId id="351" r:id="rId10"/>
    <p:sldId id="369" r:id="rId11"/>
    <p:sldId id="361" r:id="rId12"/>
    <p:sldId id="371" r:id="rId13"/>
    <p:sldId id="370" r:id="rId14"/>
    <p:sldId id="379" r:id="rId15"/>
    <p:sldId id="380" r:id="rId16"/>
    <p:sldId id="280" r:id="rId17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  <p:embeddedFont>
      <p:font typeface="Montserrat Black" panose="00000A00000000000000" pitchFamily="2" charset="0"/>
      <p:bold r:id="rId23"/>
      <p:italic r:id="rId24"/>
      <p:boldItalic r:id="rId25"/>
    </p:embeddedFont>
    <p:embeddedFont>
      <p:font typeface="Segoe UI" panose="020B0502040204020203" pitchFamily="34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F6F8"/>
    <a:srgbClr val="3A3A3A"/>
    <a:srgbClr val="691B31"/>
    <a:srgbClr val="D8AB72"/>
    <a:srgbClr val="B28D5E"/>
    <a:srgbClr val="DBC6A0"/>
    <a:srgbClr val="F6E3C5"/>
    <a:srgbClr val="BC955B"/>
    <a:srgbClr val="EEEEEE"/>
    <a:srgbClr val="CBCA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4" d="100"/>
          <a:sy n="124" d="100"/>
        </p:scale>
        <p:origin x="1146" y="330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34" Type="http://schemas.microsoft.com/office/2018/10/relationships/authors" Target="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63358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4481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582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</a:t>
            </a:r>
            <a:r>
              <a:rPr lang="es-MX" sz="1600" dirty="0">
                <a:solidFill>
                  <a:srgbClr val="D8AB72"/>
                </a:solidFill>
              </a:rPr>
              <a:t>26 de marzo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14:00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78379D8F-E8C5-7EA8-DBB0-B6484BBC9BD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F7FE9B4-3EDC-9CAE-E6ED-E9A8524A47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141"/>
          <a:stretch>
            <a:fillRect/>
          </a:stretch>
        </p:blipFill>
        <p:spPr>
          <a:xfrm>
            <a:off x="-1" y="519324"/>
            <a:ext cx="9144001" cy="4624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51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733E49C1-1D8F-00BE-B848-54AEEE19433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CDDCA04-87AE-6553-DE2B-2EAC52C87F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30290"/>
            <a:ext cx="9144000" cy="308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6735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DFC28BF4-D482-2861-AE41-CFF0342FFB9A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negativas y positivas en primeras planas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C0D1DD5-E23E-0D1C-8EB4-EFFA8C396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310" y="790326"/>
            <a:ext cx="8097380" cy="356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84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B1A10F16-34D0-99BC-C2CE-7357DD481141}"/>
              </a:ext>
            </a:extLst>
          </p:cNvPr>
          <p:cNvSpPr txBox="1"/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D9795A0-400D-971D-0F00-E8897035C60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343"/>
          <a:stretch>
            <a:fillRect/>
          </a:stretch>
        </p:blipFill>
        <p:spPr>
          <a:xfrm>
            <a:off x="0" y="439473"/>
            <a:ext cx="9144000" cy="4704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185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4F44EDBF-F722-BA58-0032-A9569851BA11}"/>
              </a:ext>
            </a:extLst>
          </p:cNvPr>
          <p:cNvSpPr txBox="1"/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2AD0537-CE18-2CF8-EAB4-CDE1F3D38E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4963" y="493401"/>
            <a:ext cx="1952898" cy="285790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A9EDAFD0-B20D-1AC2-272F-B439CF4426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05048"/>
            <a:ext cx="4572000" cy="3276280"/>
          </a:xfrm>
          <a:prstGeom prst="rect">
            <a:avLst/>
          </a:prstGeom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434A7034-74C9-A531-9F91-DC566A6495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005048"/>
            <a:ext cx="4615297" cy="3276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00827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829C81F3-7718-5A18-6786-2D5DD51ED25E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98E1EC7-42B9-981C-3AD5-F8DEAA3910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836" y="685537"/>
            <a:ext cx="8078327" cy="377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613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19000" b="-19000"/>
          </a:stretch>
        </a:blip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3A896FC-8168-8E2C-E4F7-11A96AAB671C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E22F3C9-B0DA-A53F-9EAF-5611983066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58422"/>
            <a:ext cx="9144000" cy="4426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4504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6D9DF85-FC41-DBF8-6281-C26A40DDBD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48377"/>
            <a:ext cx="9144000" cy="3246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CC9F395-F244-8238-760C-15E16E446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8690"/>
            <a:ext cx="9144000" cy="444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5838EF7-1B0E-ABAD-8475-62BDC8CDA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19957"/>
            <a:ext cx="9144000" cy="3503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0E517A5-4696-303C-C51C-A2D392E92C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08795"/>
            <a:ext cx="9144000" cy="2725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6903D2B-B628-46FF-5530-8427CCDFD7AB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0DDF3C4-FC06-458F-362B-6D907FEBFC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66915"/>
            <a:ext cx="9144000" cy="2609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8949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C1A25-C9EE-F5E8-70B0-72848C496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BD034C7B-D28A-2217-7904-DE5230378964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D19D719-AEDC-73CD-0E99-38014157F0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67112"/>
            <a:ext cx="9144000" cy="3609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514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3CD2619-00B8-8B02-6415-81CE05D5337A}"/>
              </a:ext>
            </a:extLst>
          </p:cNvPr>
          <p:cNvSpPr txBox="1"/>
          <p:nvPr/>
        </p:nvSpPr>
        <p:spPr>
          <a:xfrm>
            <a:off x="2249488" y="0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600" b="1" i="0" dirty="0">
                <a:solidFill>
                  <a:srgbClr val="611232"/>
                </a:solidFill>
                <a:effectLst/>
                <a:latin typeface="Segoe UI" panose="020B0502040204020203" pitchFamily="34" charset="0"/>
              </a:rPr>
              <a:t>Información Emitida por Radioescucha</a:t>
            </a:r>
            <a:endParaRPr lang="es-MX" sz="16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01B103-F22C-DD5F-E8AE-E6B768ABA7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9523" y="1095169"/>
            <a:ext cx="4324954" cy="2953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9322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3177</TotalTime>
  <Words>79</Words>
  <Application>Microsoft Office PowerPoint</Application>
  <PresentationFormat>Presentación en pantalla (16:9)</PresentationFormat>
  <Paragraphs>19</Paragraphs>
  <Slides>16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1" baseType="lpstr">
      <vt:lpstr>Segoe UI</vt:lpstr>
      <vt:lpstr>Montserrat Black</vt:lpstr>
      <vt:lpstr>Montserrat</vt:lpstr>
      <vt:lpstr>Arial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320</cp:revision>
  <dcterms:modified xsi:type="dcterms:W3CDTF">2026-03-27T18:39:32Z</dcterms:modified>
</cp:coreProperties>
</file>