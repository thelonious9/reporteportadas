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01 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2D73BE-D3DE-28DD-F500-2884C279F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615"/>
            <a:ext cx="9144000" cy="34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3839D2F-016E-1231-FE49-E6CC5C547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074"/>
            <a:ext cx="9144000" cy="24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4A8672-AC69-8B2E-BF10-51FA0A603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95" y="677858"/>
            <a:ext cx="7798786" cy="393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F54F9D8-FB20-A99B-18C4-4C7E0F215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25" y="1147554"/>
            <a:ext cx="735432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8445D8-939F-766A-2E33-5DB81C001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4383"/>
            <a:ext cx="9144000" cy="339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9A1996C-4195-8C3C-C981-CCC5CBD4B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F6AFA49-0699-04CA-FBDD-132ECC101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1E39723-AA60-B053-20CB-12276F9F0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0" y="1333317"/>
            <a:ext cx="7944959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1D9F03-BC78-F598-7AD3-F655A0879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6459"/>
            <a:ext cx="9144000" cy="35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3BAC27-FF07-F9A2-EFB3-5EBFADAC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42315"/>
            <a:ext cx="9144000" cy="260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291237-6107-6FFB-5795-D57B7680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713082"/>
            <a:ext cx="9144000" cy="386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64EEA69-8E7A-0BC9-8B82-78E9252FC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1156"/>
            <a:ext cx="9144000" cy="274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D8438B-CCEA-0E4C-EBB7-52BF7F507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9652"/>
            <a:ext cx="9144000" cy="214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70B953-0E9F-37B9-200D-A596BE2FA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143"/>
            <a:ext cx="9144000" cy="453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4770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485</cp:revision>
  <dcterms:modified xsi:type="dcterms:W3CDTF">2026-09-01T23:53:27Z</dcterms:modified>
</cp:coreProperties>
</file>