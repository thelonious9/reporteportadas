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01 </a:t>
            </a:r>
            <a:r>
              <a:rPr kumimoji="0" lang="es-MX" sz="1600" b="0" i="0" u="none" strike="noStrike" kern="0" cap="none" spc="0" normalizeH="0" baseline="0" noProof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de septiembre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C2D73BE-D3DE-28DD-F500-2884C279F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29615"/>
            <a:ext cx="9144000" cy="3427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3839D2F-016E-1231-FE49-E6CC5C547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2074"/>
            <a:ext cx="9144000" cy="24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04A8672-AC69-8B2E-BF10-51FA0A603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95" y="677858"/>
            <a:ext cx="7798786" cy="3930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F54F9D8-FB20-A99B-18C4-4C7E0F215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25" y="1147554"/>
            <a:ext cx="7354326" cy="2991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58445D8-939F-766A-2E33-5DB81C0019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4383"/>
            <a:ext cx="9144000" cy="3397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9A1996C-4195-8C3C-C981-CCC5CBD4B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4F6AFA49-0699-04CA-FBDD-132ECC101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1E39723-AA60-B053-20CB-12276F9F0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20" y="1333317"/>
            <a:ext cx="7944959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A422537-266F-A216-56BC-273BE8A0C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6930"/>
            <a:ext cx="9144000" cy="3369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59C365E-3D13-B494-96C2-7F4C7209D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7504"/>
            <a:ext cx="9144000" cy="2631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2847094-423A-07F8-36E2-A8E7F07372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695176"/>
            <a:ext cx="9144000" cy="3896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3EC2CF6-270F-9EDD-E72E-2F9794ADF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298184"/>
            <a:ext cx="9144000" cy="269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D9E026B-7303-1D02-7E55-B3856A5F3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3796"/>
            <a:ext cx="9144000" cy="4095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7D2585A-269D-53C4-5E16-19DA5DE550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09269"/>
            <a:ext cx="9144000" cy="266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4768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Arial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484</cp:revision>
  <dcterms:modified xsi:type="dcterms:W3CDTF">2026-09-01T15:37:18Z</dcterms:modified>
</cp:coreProperties>
</file>