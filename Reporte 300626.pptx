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5" r:id="rId4"/>
    <p:sldId id="399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30</a:t>
            </a:r>
            <a:r>
              <a:rPr lang="es-MX" sz="1600" dirty="0">
                <a:solidFill>
                  <a:srgbClr val="D8AB72"/>
                </a:solidFill>
              </a:rPr>
              <a:t>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4C2E87-2C4D-0555-17F1-5570D7DE2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3183"/>
            <a:ext cx="9144000" cy="383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25616F-EBF7-BE11-1FEB-44AE6FA2F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649"/>
            <a:ext cx="9144000" cy="27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75FF79-AF2A-078B-FC74-BCEED9791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7443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096081-7879-0491-66C6-6AFB092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1585775"/>
            <a:ext cx="794495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D1373A-E1E4-F306-3888-08E9B014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156"/>
            <a:ext cx="9144000" cy="381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798883-7929-1E4B-3119-84A731881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4F3DF9-DFD4-C770-BE8E-BCA0582F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67733F-3B47-248C-EF48-B20D538D1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15" y="1361906"/>
            <a:ext cx="7840169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767978-D6E9-B843-C3E8-43BE20C69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12" y="714808"/>
            <a:ext cx="9144000" cy="395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17CFE3-7D4F-C97E-6EAC-EA910011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324"/>
            <a:ext cx="9144000" cy="300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403485-0F24-9D15-9857-869EE13E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025"/>
            <a:ext cx="9144000" cy="443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DEDCAA-BC7F-2C55-7EB2-00733D927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8228"/>
            <a:ext cx="9144000" cy="31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7A9B2C-8A50-DF07-791B-346428D2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841"/>
            <a:ext cx="9144000" cy="43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5FFC58-E2E7-7EEC-08F4-D9D502FB7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5" y="343146"/>
            <a:ext cx="8412226" cy="48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4248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414</cp:revision>
  <dcterms:modified xsi:type="dcterms:W3CDTF">2026-07-01T01:05:00Z</dcterms:modified>
</cp:coreProperties>
</file>