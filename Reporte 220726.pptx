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2" r:id="rId1"/>
  </p:sldMasterIdLst>
  <p:notesMasterIdLst>
    <p:notesMasterId r:id="rId20"/>
  </p:notesMasterIdLst>
  <p:sldIdLst>
    <p:sldId id="350" r:id="rId2"/>
    <p:sldId id="404" r:id="rId3"/>
    <p:sldId id="408" r:id="rId4"/>
    <p:sldId id="405" r:id="rId5"/>
    <p:sldId id="406" r:id="rId6"/>
    <p:sldId id="394" r:id="rId7"/>
    <p:sldId id="395" r:id="rId8"/>
    <p:sldId id="396" r:id="rId9"/>
    <p:sldId id="403" r:id="rId10"/>
    <p:sldId id="388" r:id="rId11"/>
    <p:sldId id="351" r:id="rId12"/>
    <p:sldId id="369" r:id="rId13"/>
    <p:sldId id="361" r:id="rId14"/>
    <p:sldId id="371" r:id="rId15"/>
    <p:sldId id="400" r:id="rId16"/>
    <p:sldId id="409" r:id="rId17"/>
    <p:sldId id="410" r:id="rId18"/>
    <p:sldId id="280" r:id="rId19"/>
  </p:sldIdLst>
  <p:sldSz cx="9144000" cy="5143500" type="screen16x9"/>
  <p:notesSz cx="6858000" cy="9144000"/>
  <p:embeddedFontLst>
    <p:embeddedFont>
      <p:font typeface="Montserrat" pitchFamily="2" charset="0"/>
      <p:regular r:id="rId21"/>
      <p:bold r:id="rId22"/>
      <p:italic r:id="rId23"/>
      <p:boldItalic r:id="rId24"/>
    </p:embeddedFont>
    <p:embeddedFont>
      <p:font typeface="Montserrat Black" pitchFamily="2" charset="0"/>
      <p:bold r:id="rId25"/>
      <p:italic r:id="rId26"/>
      <p:boldItalic r:id="rId2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65" userDrawn="1">
          <p15:clr>
            <a:srgbClr val="A4A3A4"/>
          </p15:clr>
        </p15:guide>
        <p15:guide id="2" pos="2857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FAD30198-60FD-D96C-7EFF-04ABEB9B0931}" name="Usuario invitado" initials="Ui" userId="Usuario invitado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8F9FA"/>
    <a:srgbClr val="F4F6F8"/>
    <a:srgbClr val="691B31"/>
    <a:srgbClr val="3A3A3A"/>
    <a:srgbClr val="D8AB72"/>
    <a:srgbClr val="B28D5E"/>
    <a:srgbClr val="DBC6A0"/>
    <a:srgbClr val="F6E3C5"/>
    <a:srgbClr val="BC955B"/>
    <a:srgbClr val="EEEEE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1682E8D-AFAE-4055-8BED-796683ABB225}">
  <a:tblStyle styleId="{31682E8D-AFAE-4055-8BED-796683ABB225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303" autoAdjust="0"/>
  </p:normalViewPr>
  <p:slideViewPr>
    <p:cSldViewPr snapToGrid="0">
      <p:cViewPr varScale="1">
        <p:scale>
          <a:sx n="74" d="100"/>
          <a:sy n="74" d="100"/>
        </p:scale>
        <p:origin x="988" y="52"/>
      </p:cViewPr>
      <p:guideLst>
        <p:guide orient="horz" pos="1665"/>
        <p:guide pos="2857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font" Target="fonts/font1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4.fntdata"/><Relationship Id="rId32" Type="http://schemas.microsoft.com/office/2018/10/relationships/authors" Target="author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3.fntdata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2.fntdata"/><Relationship Id="rId27" Type="http://schemas.openxmlformats.org/officeDocument/2006/relationships/font" Target="fonts/font7.fntdata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221647252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7A4109-DE7B-A0CB-8032-9B5DA2AED1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692C87AE-6D7F-CE0F-E0C6-D0C8BCD2EE1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D6045741-295A-AAE3-0DFE-431661A272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40139218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D08BC3-87FB-F571-9453-91315B27F7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D6310CCB-9BA8-CACF-122A-2E5698054ED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6AE902B6-DBD4-2D27-E9AE-C2BB9100C5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4828897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E6519B-A5BA-683F-3102-86EC1ED2AE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A7198EAA-93A3-ABCB-5EF2-9AAC7563C7E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D778500B-3B7A-CCDD-313A-A5F5F567470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57455562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0D56B5-8E3D-156D-794A-66412674B1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012DD771-8785-1B74-5266-3056F738CCF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CDBEC6D9-9EE0-0A69-9D44-7F32576317C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6678113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7567EE-3B4E-8C48-2AAD-0C70B0A7FC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8F77A78B-931E-E4C0-06DD-65C39828E99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045FACC4-33AE-75CC-0129-66D11BC3A3C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0034832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>
          <a:extLst>
            <a:ext uri="{FF2B5EF4-FFF2-40B4-BE49-F238E27FC236}">
              <a16:creationId xmlns:a16="http://schemas.microsoft.com/office/drawing/2014/main" id="{F25F0AE0-550E-E139-0EAA-601DDCDE3A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14864f70b6d_0_51:notes">
            <a:extLst>
              <a:ext uri="{FF2B5EF4-FFF2-40B4-BE49-F238E27FC236}">
                <a16:creationId xmlns:a16="http://schemas.microsoft.com/office/drawing/2014/main" id="{CC41C0BC-CB49-17D9-FE89-62E8BEDFE01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14864f70b6d_0_51:notes">
            <a:extLst>
              <a:ext uri="{FF2B5EF4-FFF2-40B4-BE49-F238E27FC236}">
                <a16:creationId xmlns:a16="http://schemas.microsoft.com/office/drawing/2014/main" id="{0F552A97-0F1D-AD78-E939-C9840F5EB68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631123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1_Section header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oogle Shape;12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1264"/>
            <a:ext cx="9143999" cy="5142236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Google Shape;13;p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647" cy="393801"/>
          </a:xfrm>
          <a:prstGeom prst="rect">
            <a:avLst/>
          </a:prstGeom>
        </p:spPr>
        <p:txBody>
          <a:bodyPr spcFirstLastPara="1" wrap="square" lIns="159150" tIns="159150" rIns="159150" bIns="159150" anchor="t" anchorCtr="0">
            <a:normAutofit/>
          </a:bodyPr>
          <a:lstStyle>
            <a:lvl1pPr lvl="0">
              <a:buNone/>
              <a:defRPr sz="1074"/>
            </a:lvl1pPr>
            <a:lvl2pPr lvl="1">
              <a:buNone/>
              <a:defRPr sz="1074"/>
            </a:lvl2pPr>
            <a:lvl3pPr lvl="2">
              <a:buNone/>
              <a:defRPr sz="1074"/>
            </a:lvl3pPr>
            <a:lvl4pPr lvl="3">
              <a:buNone/>
              <a:defRPr sz="1074"/>
            </a:lvl4pPr>
            <a:lvl5pPr lvl="4">
              <a:buNone/>
              <a:defRPr sz="1074"/>
            </a:lvl5pPr>
            <a:lvl6pPr lvl="5">
              <a:buNone/>
              <a:defRPr sz="1074"/>
            </a:lvl6pPr>
            <a:lvl7pPr lvl="6">
              <a:buNone/>
              <a:defRPr sz="1074"/>
            </a:lvl7pPr>
            <a:lvl8pPr lvl="7">
              <a:buNone/>
              <a:defRPr sz="1074"/>
            </a:lvl8pPr>
            <a:lvl9pPr lvl="8">
              <a:buNone/>
              <a:defRPr sz="1074"/>
            </a:lvl9pPr>
          </a:lstStyle>
          <a:p>
            <a:fld id="{00000000-1234-1234-1234-123412341234}" type="slidenum">
              <a:rPr lang="es-419" smtClean="0"/>
              <a:pPr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14457691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73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EB63C1ED-1A4B-E4D8-BBCB-DD9BCB7C36B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>
            <a:normAutofit fontScale="55000" lnSpcReduction="20000"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s-419" sz="1074" b="0" i="0" u="none" strike="noStrike" kern="0" cap="none" spc="0" normalizeH="0" baseline="0" noProof="0" smtClean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1</a:t>
            </a:fld>
            <a:endParaRPr kumimoji="0" lang="es-419" sz="1074" b="0" i="0" u="none" strike="noStrike" kern="0" cap="none" spc="0" normalizeH="0" baseline="0" noProof="0" dirty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4" name="Google Shape;101;p27">
            <a:extLst>
              <a:ext uri="{FF2B5EF4-FFF2-40B4-BE49-F238E27FC236}">
                <a16:creationId xmlns:a16="http://schemas.microsoft.com/office/drawing/2014/main" id="{18C1BF8B-A9D3-CA16-8B39-9E27229A586D}"/>
              </a:ext>
            </a:extLst>
          </p:cNvPr>
          <p:cNvSpPr txBox="1"/>
          <p:nvPr/>
        </p:nvSpPr>
        <p:spPr>
          <a:xfrm>
            <a:off x="542235" y="2200528"/>
            <a:ext cx="8059529" cy="6301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425" tIns="51425" rIns="51425" bIns="51425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MX" sz="2400" b="0" i="0" u="none" strike="noStrike" kern="0" cap="none" spc="0" normalizeH="0" baseline="0" noProof="0" dirty="0">
                <a:ln>
                  <a:noFill/>
                </a:ln>
                <a:solidFill>
                  <a:srgbClr val="691B31"/>
                </a:solidFill>
                <a:effectLst/>
                <a:uLnTx/>
                <a:uFillTx/>
                <a:latin typeface="Montserrat Black"/>
                <a:ea typeface="Montserrat Black"/>
                <a:cs typeface="Montserrat Black"/>
                <a:sym typeface="Montserrat Black"/>
              </a:rPr>
              <a:t>Reporte impresos,  radio y tv local. 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MX" sz="1400" b="1" i="0" u="none" strike="noStrike" kern="0" cap="none" spc="0" normalizeH="0" baseline="0" noProof="0" dirty="0">
                <a:ln>
                  <a:noFill/>
                </a:ln>
                <a:solidFill>
                  <a:srgbClr val="D8AB72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Gobernador, secretarías y dependencias</a:t>
            </a:r>
            <a:endParaRPr kumimoji="0" lang="es-MX" sz="2000" b="1" i="0" u="none" strike="noStrike" kern="0" cap="none" spc="0" normalizeH="0" baseline="0" noProof="0" dirty="0">
              <a:ln>
                <a:noFill/>
              </a:ln>
              <a:solidFill>
                <a:srgbClr val="D8AB72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F8F99902-E806-65F7-B1B2-5BFEE3D764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9408" y="598169"/>
            <a:ext cx="2724918" cy="1203962"/>
          </a:xfrm>
          <a:prstGeom prst="rect">
            <a:avLst/>
          </a:prstGeo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3A420959-05AA-86D7-CF62-D891272906E0}"/>
              </a:ext>
            </a:extLst>
          </p:cNvPr>
          <p:cNvSpPr txBox="1"/>
          <p:nvPr/>
        </p:nvSpPr>
        <p:spPr>
          <a:xfrm>
            <a:off x="4171949" y="3865402"/>
            <a:ext cx="4384835" cy="5470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425" tIns="51425" rIns="51425" bIns="5142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 algn="ctr">
              <a:lnSpc>
                <a:spcPct val="90000"/>
              </a:lnSpc>
              <a:buNone/>
              <a:defRPr sz="3800">
                <a:solidFill>
                  <a:srgbClr val="691B31"/>
                </a:solidFill>
                <a:latin typeface="Montserrat Black"/>
                <a:ea typeface="Montserrat Black"/>
                <a:cs typeface="Montserrat Black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MX" sz="1600" b="0" i="0" u="none" strike="noStrike" kern="0" cap="none" spc="0" normalizeH="0" baseline="0" noProof="0" dirty="0">
                <a:ln>
                  <a:noFill/>
                </a:ln>
                <a:solidFill>
                  <a:srgbClr val="D8AB72"/>
                </a:solidFill>
                <a:effectLst/>
                <a:uLnTx/>
                <a:uFillTx/>
                <a:latin typeface="Montserrat Black"/>
                <a:sym typeface="Arial"/>
              </a:rPr>
              <a:t>Elaborado: 21 de julio</a:t>
            </a:r>
            <a:endParaRPr lang="es-MX" sz="1600" dirty="0">
              <a:solidFill>
                <a:srgbClr val="D8AB72"/>
              </a:solidFill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MX" sz="1600" b="0" i="0" u="none" strike="noStrike" kern="0" cap="none" spc="0" normalizeH="0" baseline="0" noProof="0" dirty="0">
                <a:ln>
                  <a:noFill/>
                </a:ln>
                <a:solidFill>
                  <a:srgbClr val="D8AB72"/>
                </a:solidFill>
                <a:effectLst/>
                <a:uLnTx/>
                <a:uFillTx/>
                <a:latin typeface="Montserrat Black"/>
                <a:sym typeface="Arial"/>
              </a:rPr>
              <a:t>16:00</a:t>
            </a:r>
          </a:p>
        </p:txBody>
      </p:sp>
    </p:spTree>
    <p:extLst>
      <p:ext uri="{BB962C8B-B14F-4D97-AF65-F5344CB8AC3E}">
        <p14:creationId xmlns:p14="http://schemas.microsoft.com/office/powerpoint/2010/main" val="9714621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1AFB07B-A97F-580B-C807-AADF2D9802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uadroTexto 13">
            <a:extLst>
              <a:ext uri="{FF2B5EF4-FFF2-40B4-BE49-F238E27FC236}">
                <a16:creationId xmlns:a16="http://schemas.microsoft.com/office/drawing/2014/main" id="{95622977-0971-C09F-23C7-1B431CA286F9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Gobierno del estado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59844932-336B-46F9-C784-FE2BBEB8B8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942612"/>
            <a:ext cx="9144000" cy="34011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03840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E1A93C4-2DEB-0E75-9E76-1B11E0B494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uadroTexto 13">
            <a:extLst>
              <a:ext uri="{FF2B5EF4-FFF2-40B4-BE49-F238E27FC236}">
                <a16:creationId xmlns:a16="http://schemas.microsoft.com/office/drawing/2014/main" id="{FB9268F8-6E5B-3D55-2045-C7F97FD6E20F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Gobierno del estado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25D91086-36FB-CB8A-F2E0-8C42F3DB15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408251"/>
            <a:ext cx="9144000" cy="24698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77688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A30744A-5BE4-2258-7B5D-8CC4A14EDC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uadroTexto 13">
            <a:extLst>
              <a:ext uri="{FF2B5EF4-FFF2-40B4-BE49-F238E27FC236}">
                <a16:creationId xmlns:a16="http://schemas.microsoft.com/office/drawing/2014/main" id="{180E2173-FD03-9BE5-F659-52C81477881C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Gobierno del estado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578B791A-A56E-4D47-A7AD-81FF9F2EA6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6488" y="914940"/>
            <a:ext cx="6858000" cy="34564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14565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248FB7-1DE5-778D-6EFE-6E2E956599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uadroTexto 6">
            <a:extLst>
              <a:ext uri="{FF2B5EF4-FFF2-40B4-BE49-F238E27FC236}">
                <a16:creationId xmlns:a16="http://schemas.microsoft.com/office/drawing/2014/main" id="{E63A60A8-6548-CD5C-EB96-B6431D9CA71B}"/>
              </a:ext>
            </a:extLst>
          </p:cNvPr>
          <p:cNvSpPr txBox="1"/>
          <p:nvPr/>
        </p:nvSpPr>
        <p:spPr>
          <a:xfrm>
            <a:off x="908175" y="152426"/>
            <a:ext cx="72546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s-MX" sz="1800" b="1" i="0" dirty="0">
                <a:solidFill>
                  <a:srgbClr val="000000"/>
                </a:solidFill>
                <a:effectLst/>
                <a:latin typeface="Montserrat" pitchFamily="2" charset="0"/>
              </a:rPr>
              <a:t>Detalle de Notas en primeras planas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489FD3AD-FDF9-424E-6DE8-8240B0EDB7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3482" y="771264"/>
            <a:ext cx="7964011" cy="37438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57186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BF384B7-8BD8-1B37-5F51-FD46B11FD0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>
            <a:extLst>
              <a:ext uri="{FF2B5EF4-FFF2-40B4-BE49-F238E27FC236}">
                <a16:creationId xmlns:a16="http://schemas.microsoft.com/office/drawing/2014/main" id="{5D745B17-E8D1-051C-B27F-A3B591D8F7FD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Gobernador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088AEB94-3C0D-39DA-7243-6E6059C8DF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38584"/>
            <a:ext cx="9144000" cy="3409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77083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8383A7D-6E95-7FBD-ECB9-6F21EFAB59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>
            <a:extLst>
              <a:ext uri="{FF2B5EF4-FFF2-40B4-BE49-F238E27FC236}">
                <a16:creationId xmlns:a16="http://schemas.microsoft.com/office/drawing/2014/main" id="{EF6B6CD5-AF4A-39E2-B949-E9735271D8E0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Gobernador medios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248CAA4C-7CEB-12C3-E103-91C26B4B6C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6488" y="914940"/>
            <a:ext cx="6858000" cy="34564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00977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3569AC2-17AA-6728-4169-8404B64646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>
            <a:extLst>
              <a:ext uri="{FF2B5EF4-FFF2-40B4-BE49-F238E27FC236}">
                <a16:creationId xmlns:a16="http://schemas.microsoft.com/office/drawing/2014/main" id="{FC488274-DEF2-00AA-CBB0-3ADE1D32DCEB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Gobernador temas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CFB21999-3BCE-1F5E-7DD1-C2D9087CA0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6488" y="914940"/>
            <a:ext cx="6858000" cy="34564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66239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B6DC8C-E619-F67B-9048-4615CF1988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uadroTexto 6">
            <a:extLst>
              <a:ext uri="{FF2B5EF4-FFF2-40B4-BE49-F238E27FC236}">
                <a16:creationId xmlns:a16="http://schemas.microsoft.com/office/drawing/2014/main" id="{C46A5360-EC76-283F-42C4-C3D1585636DD}"/>
              </a:ext>
            </a:extLst>
          </p:cNvPr>
          <p:cNvSpPr txBox="1"/>
          <p:nvPr/>
        </p:nvSpPr>
        <p:spPr>
          <a:xfrm>
            <a:off x="908175" y="152426"/>
            <a:ext cx="72546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s-MX" sz="1800" b="1" i="0" dirty="0">
                <a:solidFill>
                  <a:srgbClr val="000000"/>
                </a:solidFill>
                <a:effectLst/>
                <a:latin typeface="Montserrat" pitchFamily="2" charset="0"/>
              </a:rPr>
              <a:t>Detalle de Notas en primeras planas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95D37DD6-9021-EBEB-DBC2-EE4AE3F523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9020" y="1428581"/>
            <a:ext cx="8125959" cy="24292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28591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>
          <a:extLst>
            <a:ext uri="{FF2B5EF4-FFF2-40B4-BE49-F238E27FC236}">
              <a16:creationId xmlns:a16="http://schemas.microsoft.com/office/drawing/2014/main" id="{3AB59246-6522-404E-9FEB-F1E85E07D6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AE07F171-51E8-E8F4-27C7-0CA3B7A8A997}"/>
              </a:ext>
            </a:extLst>
          </p:cNvPr>
          <p:cNvSpPr txBox="1"/>
          <p:nvPr/>
        </p:nvSpPr>
        <p:spPr>
          <a:xfrm>
            <a:off x="1183340" y="0"/>
            <a:ext cx="6763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800" b="1" dirty="0">
                <a:latin typeface="Montserrat" panose="00000500000000000000" pitchFamily="2" charset="0"/>
              </a:rPr>
              <a:t>Información de gobierno en radiodifusoras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49F7D12F-7B28-1A0D-7435-5BCFBBE91E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911642"/>
            <a:ext cx="9144000" cy="34630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58119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1430F0AF-D0FD-1C68-F7C4-D9E93764E31F}"/>
              </a:ext>
            </a:extLst>
          </p:cNvPr>
          <p:cNvSpPr txBox="1"/>
          <p:nvPr/>
        </p:nvSpPr>
        <p:spPr>
          <a:xfrm>
            <a:off x="1183340" y="0"/>
            <a:ext cx="6763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800" b="1" dirty="0">
                <a:latin typeface="Montserrat" panose="00000500000000000000" pitchFamily="2" charset="0"/>
              </a:rPr>
              <a:t>Información de gobierno en radiodifusoras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E9E1908A-AE81-D851-C9B7-86DA88BD94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52704"/>
            <a:ext cx="9144000" cy="25313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02692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953E20-D2E3-C7B6-3681-7F75E49F37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2D220DED-6E95-D0AE-57E3-7DFB60F03ADD}"/>
              </a:ext>
            </a:extLst>
          </p:cNvPr>
          <p:cNvSpPr txBox="1"/>
          <p:nvPr/>
        </p:nvSpPr>
        <p:spPr>
          <a:xfrm>
            <a:off x="1183340" y="0"/>
            <a:ext cx="6763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800" b="1" dirty="0">
                <a:latin typeface="Montserrat" panose="00000500000000000000" pitchFamily="2" charset="0"/>
              </a:rPr>
              <a:t>Información de gobierno en radiodifusoras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F15C8986-2606-1EB0-18D9-556BF2A02E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68219"/>
            <a:ext cx="9105745" cy="35830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491929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E270743E-55A0-8447-939B-33D92F1087F2}"/>
              </a:ext>
            </a:extLst>
          </p:cNvPr>
          <p:cNvSpPr txBox="1"/>
          <p:nvPr/>
        </p:nvSpPr>
        <p:spPr>
          <a:xfrm>
            <a:off x="1183340" y="0"/>
            <a:ext cx="6763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800" b="1" dirty="0">
                <a:latin typeface="Montserrat" panose="00000500000000000000" pitchFamily="2" charset="0"/>
              </a:rPr>
              <a:t>Información de gobierno en radiodifusoras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5DEDF3CD-E777-931D-B097-02F4B003B6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93947"/>
            <a:ext cx="9144000" cy="26984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722847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adroTexto 5">
            <a:extLst>
              <a:ext uri="{FF2B5EF4-FFF2-40B4-BE49-F238E27FC236}">
                <a16:creationId xmlns:a16="http://schemas.microsoft.com/office/drawing/2014/main" id="{CE4F37E4-6BA2-F83F-177F-21C522FF978A}"/>
              </a:ext>
            </a:extLst>
          </p:cNvPr>
          <p:cNvSpPr txBox="1"/>
          <p:nvPr/>
        </p:nvSpPr>
        <p:spPr>
          <a:xfrm>
            <a:off x="1926166" y="88135"/>
            <a:ext cx="52916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b="1" dirty="0">
                <a:latin typeface="Montserrat" pitchFamily="2" charset="0"/>
              </a:rPr>
              <a:t>Temas de gobierno por radiodifusora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6D8D2150-0B74-ABCA-3B9D-6D63EE4781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12522"/>
            <a:ext cx="9144000" cy="37184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294626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A7C59986-F48B-C2F8-8717-714125E0D234}"/>
              </a:ext>
            </a:extLst>
          </p:cNvPr>
          <p:cNvSpPr txBox="1"/>
          <p:nvPr/>
        </p:nvSpPr>
        <p:spPr>
          <a:xfrm>
            <a:off x="1926166" y="88135"/>
            <a:ext cx="52916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b="1" dirty="0">
                <a:latin typeface="Montserrat" pitchFamily="2" charset="0"/>
              </a:rPr>
              <a:t>Opinión emitida por radioescuchas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523E6073-EF60-D1E5-29DB-DC2542D072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128" y="549663"/>
            <a:ext cx="6095742" cy="4187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482081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58F33B-D4C2-69B9-41F6-41C84D7C64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297EF713-3931-DE0E-C995-210D06FA1D20}"/>
              </a:ext>
            </a:extLst>
          </p:cNvPr>
          <p:cNvSpPr txBox="1"/>
          <p:nvPr/>
        </p:nvSpPr>
        <p:spPr>
          <a:xfrm>
            <a:off x="1926166" y="88135"/>
            <a:ext cx="52916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b="1" dirty="0">
                <a:latin typeface="Montserrat" pitchFamily="2" charset="0"/>
              </a:rPr>
              <a:t>Opinión emitida por radioescuchas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E5B7BC87-7F62-9B4C-DCB9-DAEAF479CC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3277" y="623784"/>
            <a:ext cx="5264421" cy="40388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530625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F2AF5B-2834-1C0B-9725-5773781D8F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E338F291-9C8E-D1F6-530E-8861F8F8369D}"/>
              </a:ext>
            </a:extLst>
          </p:cNvPr>
          <p:cNvSpPr txBox="1"/>
          <p:nvPr/>
        </p:nvSpPr>
        <p:spPr>
          <a:xfrm>
            <a:off x="1926166" y="88135"/>
            <a:ext cx="52916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b="1" dirty="0">
                <a:latin typeface="Montserrat" pitchFamily="2" charset="0"/>
              </a:rPr>
              <a:t>Opinión emitida por radioescuchas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DF305EB8-65BA-5644-DA77-9CCB6488A3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6934" y="679221"/>
            <a:ext cx="7810901" cy="44642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651892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9BA4FDF3-73D0-20C6-94F5-7E9F2481C0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1106" y="1453514"/>
            <a:ext cx="5061788" cy="22364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7362456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4337</TotalTime>
  <Words>83</Words>
  <Application>Microsoft Office PowerPoint</Application>
  <PresentationFormat>Presentación en pantalla (16:9)</PresentationFormat>
  <Paragraphs>21</Paragraphs>
  <Slides>18</Slides>
  <Notes>6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18</vt:i4>
      </vt:variant>
    </vt:vector>
  </HeadingPairs>
  <TitlesOfParts>
    <vt:vector size="22" baseType="lpstr">
      <vt:lpstr>Montserrat</vt:lpstr>
      <vt:lpstr>Arial</vt:lpstr>
      <vt:lpstr>Montserrat Black</vt:lpstr>
      <vt:lpstr>Simple Light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Francisco Villeda</dc:creator>
  <cp:lastModifiedBy>Francisco Villeda Velazquez</cp:lastModifiedBy>
  <cp:revision>443</cp:revision>
  <dcterms:modified xsi:type="dcterms:W3CDTF">2026-07-22T16:46:10Z</dcterms:modified>
</cp:coreProperties>
</file>