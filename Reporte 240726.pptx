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409" r:id="rId17"/>
    <p:sldId id="410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</a:t>
            </a:r>
            <a:r>
              <a:rPr lang="es-MX" sz="1600" dirty="0">
                <a:solidFill>
                  <a:srgbClr val="D8AB72"/>
                </a:solidFill>
              </a:rPr>
              <a:t>3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627C7B3-BEFE-AF6A-67D5-DD11DC14A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9144000" cy="42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13BF4A-AB1A-6E8B-92A3-C27BBA96E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2553"/>
            <a:ext cx="9144000" cy="31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CF7F45-F47D-D2BD-2AF9-41EB926C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50" y="598458"/>
            <a:ext cx="6947676" cy="444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555C00-5759-E11E-88AF-CA66D7C5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16" y="658594"/>
            <a:ext cx="6967741" cy="396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BF90E2-2743-48B1-CFAC-BE54EDFF6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76"/>
            <a:ext cx="9144000" cy="423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614245-C67A-D81E-96F7-E15646FD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7" y="589831"/>
            <a:ext cx="6906541" cy="442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0FDBD4-92DB-50A1-10A1-4364C771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47" y="523220"/>
            <a:ext cx="7141082" cy="45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A9E906-3164-EB4C-52E4-4B36F265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68" y="1111175"/>
            <a:ext cx="7074264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A45A8E-692D-22A1-896C-1B0BA3BD8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8406"/>
            <a:ext cx="9144000" cy="350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98766B-1CDD-6D62-4C6D-EC00DF04B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584"/>
            <a:ext cx="9144000" cy="257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FBA60C-D9A9-DD0E-56BF-A998E852D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658"/>
            <a:ext cx="9144000" cy="388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4748CC-854A-96AA-88E6-56DF3559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847"/>
            <a:ext cx="9144000" cy="269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87D2FB-B3E7-5C83-38B7-4BF41F6DA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39756"/>
            <a:ext cx="9144000" cy="40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7F3386-9BC1-6472-32F7-EB464F1AD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048"/>
            <a:ext cx="9144000" cy="193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F33B-D4C2-69B9-41F6-41C84D7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97EF713-3931-DE0E-C995-210D06FA1D2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B7BC87-7F62-9B4C-DCB9-DAEAF479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277" y="623784"/>
            <a:ext cx="5264421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305EB8-65BA-5644-DA77-9CCB6488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4" y="679221"/>
            <a:ext cx="7810901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4345</TotalTime>
  <Words>83</Words>
  <Application>Microsoft Office PowerPoint</Application>
  <PresentationFormat>Presentación en pantalla (16:9)</PresentationFormat>
  <Paragraphs>21</Paragraphs>
  <Slides>18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445</cp:revision>
  <dcterms:modified xsi:type="dcterms:W3CDTF">2026-07-24T00:03:41Z</dcterms:modified>
</cp:coreProperties>
</file>