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6"/>
  </p:notesMasterIdLst>
  <p:sldIdLst>
    <p:sldId id="350" r:id="rId2"/>
    <p:sldId id="365" r:id="rId3"/>
    <p:sldId id="352" r:id="rId4"/>
    <p:sldId id="378" r:id="rId5"/>
    <p:sldId id="381" r:id="rId6"/>
    <p:sldId id="281" r:id="rId7"/>
    <p:sldId id="351" r:id="rId8"/>
    <p:sldId id="369" r:id="rId9"/>
    <p:sldId id="361" r:id="rId10"/>
    <p:sldId id="371" r:id="rId11"/>
    <p:sldId id="370" r:id="rId12"/>
    <p:sldId id="379" r:id="rId13"/>
    <p:sldId id="380" r:id="rId14"/>
    <p:sldId id="280" r:id="rId1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Montserrat Black" panose="00000A00000000000000" pitchFamily="2" charset="0"/>
      <p:bold r:id="rId21"/>
      <p:italic r:id="rId22"/>
      <p:boldItalic r:id="rId23"/>
    </p:embeddedFont>
    <p:embeddedFont>
      <p:font typeface="Segoe UI" panose="020B0502040204020203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B31"/>
    <a:srgbClr val="F4F6F8"/>
    <a:srgbClr val="3A3A3A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14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01 de abril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E0FB51-95BD-3681-C8E8-26DB83A58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" y="523220"/>
            <a:ext cx="9144000" cy="428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B2FB350-876C-0CFA-33D9-5B7781E05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2769"/>
            <a:ext cx="9144000" cy="305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F234CA0-48AD-A193-2733-3E9A4E326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39" y="521758"/>
            <a:ext cx="8335538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1A10F16-34D0-99BC-C2CE-7357DD481141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2C8D1FE-46AF-FB4E-F64E-1AA2B019C6BC}"/>
              </a:ext>
            </a:extLst>
          </p:cNvPr>
          <p:cNvSpPr txBox="1"/>
          <p:nvPr/>
        </p:nvSpPr>
        <p:spPr>
          <a:xfrm>
            <a:off x="338098" y="2227689"/>
            <a:ext cx="82449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70218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5EB97D1-0406-82D5-AB0C-F106718C1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8923"/>
            <a:ext cx="9144000" cy="440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FF2CA9-EA1D-3831-0E70-14EEC4AA8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4854"/>
            <a:ext cx="9144000" cy="32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663E225-0271-8539-B654-7826BA486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2948"/>
            <a:ext cx="9144000" cy="443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44FF99-E084-8536-CAC7-4677DBF1E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7698"/>
            <a:ext cx="9144000" cy="296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027F35-3A48-6256-BC58-7E83FD96E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022"/>
            <a:ext cx="9144000" cy="268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5BBB63-1AD2-B0DA-36EC-FD2C9649A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2535"/>
            <a:ext cx="9144000" cy="235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F9FC4D5-ACC1-2E78-F350-8EA7173A6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196"/>
            <a:ext cx="9144000" cy="359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3CD2619-00B8-8B02-6415-81CE05D5337A}"/>
              </a:ext>
            </a:extLst>
          </p:cNvPr>
          <p:cNvSpPr txBox="1"/>
          <p:nvPr/>
        </p:nvSpPr>
        <p:spPr>
          <a:xfrm>
            <a:off x="2249488" y="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i="0" dirty="0">
                <a:solidFill>
                  <a:srgbClr val="611232"/>
                </a:solidFill>
                <a:effectLst/>
                <a:latin typeface="Segoe UI" panose="020B0502040204020203" pitchFamily="34" charset="0"/>
              </a:rPr>
              <a:t>Información Emitida por Radioescucha</a:t>
            </a:r>
            <a:endParaRPr lang="es-MX" sz="16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6C2AE5-6278-2571-E9B9-B47ECDDEE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74" y="1238064"/>
            <a:ext cx="7182852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</TotalTime>
  <Words>84</Words>
  <Application>Microsoft Office PowerPoint</Application>
  <PresentationFormat>Presentación en pantalla (16:9)</PresentationFormat>
  <Paragraphs>18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Montserrat Black</vt:lpstr>
      <vt:lpstr>Montserrat</vt:lpstr>
      <vt:lpstr>Arial</vt:lpstr>
      <vt:lpstr>Segoe UI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328</cp:revision>
  <dcterms:modified xsi:type="dcterms:W3CDTF">2026-04-01T23:53:37Z</dcterms:modified>
</cp:coreProperties>
</file>