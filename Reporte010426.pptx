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350" r:id="rId2"/>
    <p:sldId id="365" r:id="rId3"/>
    <p:sldId id="352" r:id="rId4"/>
    <p:sldId id="378" r:id="rId5"/>
    <p:sldId id="381" r:id="rId6"/>
    <p:sldId id="281" r:id="rId7"/>
    <p:sldId id="351" r:id="rId8"/>
    <p:sldId id="369" r:id="rId9"/>
    <p:sldId id="361" r:id="rId10"/>
    <p:sldId id="371" r:id="rId11"/>
    <p:sldId id="370" r:id="rId12"/>
    <p:sldId id="379" r:id="rId13"/>
    <p:sldId id="380" r:id="rId14"/>
    <p:sldId id="280" r:id="rId1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Montserrat Black" panose="00000A00000000000000" pitchFamily="2" charset="0"/>
      <p:bold r:id="rId21"/>
      <p:italic r:id="rId22"/>
      <p:boldItalic r:id="rId23"/>
    </p:embeddedFont>
    <p:embeddedFont>
      <p:font typeface="Segoe UI" panose="020B0502040204020203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1B31"/>
    <a:srgbClr val="F4F6F8"/>
    <a:srgbClr val="3A3A3A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01 de abril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9E0FB51-95BD-3681-C8E8-26DB83A58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2" y="523220"/>
            <a:ext cx="9144000" cy="428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B2FB350-876C-0CFA-33D9-5B7781E05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42769"/>
            <a:ext cx="9144000" cy="3057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234CA0-48AD-A193-2733-3E9A4E326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9" y="521758"/>
            <a:ext cx="8335538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A10F16-34D0-99BC-C2CE-7357DD48114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2C8D1FE-46AF-FB4E-F64E-1AA2B019C6BC}"/>
              </a:ext>
            </a:extLst>
          </p:cNvPr>
          <p:cNvSpPr txBox="1"/>
          <p:nvPr/>
        </p:nvSpPr>
        <p:spPr>
          <a:xfrm>
            <a:off x="338098" y="2227689"/>
            <a:ext cx="82449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0218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0FB9E83-ACC5-6D98-4680-F9D7EA009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8071"/>
            <a:ext cx="9144000" cy="4407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204A61F-1859-C8FB-CC36-A1DA09E03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4928"/>
            <a:ext cx="9144000" cy="329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BC70CD2-ABFD-E2EE-B40A-CA720F4F3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7414"/>
            <a:ext cx="9144000" cy="36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A60A0A7-EFE0-A869-1A2E-24B7E85A8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5246"/>
            <a:ext cx="9144000" cy="359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1AA7500-44E0-268B-BC8B-8F1D4A651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0736"/>
            <a:ext cx="9144000" cy="262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A455441-7BC6-C3B8-3125-C17E21513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2550"/>
            <a:ext cx="91440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C5F821-CF57-EE65-8267-FA897311E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8350" y="666750"/>
            <a:ext cx="50673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B50A895-F131-76FA-FB79-8E0130024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14" y="338554"/>
            <a:ext cx="7788947" cy="469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3449</TotalTime>
  <Words>84</Words>
  <Application>Microsoft Office PowerPoint</Application>
  <PresentationFormat>Presentación en pantalla (16:9)</PresentationFormat>
  <Paragraphs>18</Paragraphs>
  <Slides>14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Montserrat Black</vt:lpstr>
      <vt:lpstr>Montserrat</vt:lpstr>
      <vt:lpstr>Arial</vt:lpstr>
      <vt:lpstr>Segoe UI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327</cp:revision>
  <dcterms:modified xsi:type="dcterms:W3CDTF">2026-04-01T17:08:01Z</dcterms:modified>
</cp:coreProperties>
</file>