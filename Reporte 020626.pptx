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65" r:id="rId3"/>
    <p:sldId id="352" r:id="rId4"/>
    <p:sldId id="393" r:id="rId5"/>
    <p:sldId id="378" r:id="rId6"/>
    <p:sldId id="394" r:id="rId7"/>
    <p:sldId id="395" r:id="rId8"/>
    <p:sldId id="397" r:id="rId9"/>
    <p:sldId id="396" r:id="rId10"/>
    <p:sldId id="388" r:id="rId11"/>
    <p:sldId id="351" r:id="rId12"/>
    <p:sldId id="369" r:id="rId13"/>
    <p:sldId id="361" r:id="rId14"/>
    <p:sldId id="371" r:id="rId15"/>
    <p:sldId id="384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02 de junio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F183064-5D41-B56B-0D2C-BFC5E07AD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4342"/>
            <a:ext cx="9144000" cy="3377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CA4A830-BA15-5682-D08A-F12EC7649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6086"/>
            <a:ext cx="9144000" cy="245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B12DCC11-B469-C51B-C508-20B0839C6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41" y="700864"/>
            <a:ext cx="7707494" cy="3884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A93CEBB-117F-2426-997D-60FC81F81F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705" y="542642"/>
            <a:ext cx="7992590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95CBB-7EDA-678C-3FCC-2B16BA897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1286EB35-EF9C-CD29-A384-54A2E32DDA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CF8E91C-865F-F5C6-9C8B-35FC7FDC2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0483"/>
            <a:ext cx="9144000" cy="340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205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C1EBBA-92C3-5476-C1AF-7F36B78D3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883E10B7-5306-FB47-3253-891CB7DAD4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33124D6-98BA-9053-8942-D545D283D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67" y="762064"/>
            <a:ext cx="7464642" cy="376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21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57C0B8-9134-7D81-4996-47506029A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081539C2-1A86-029F-7F90-77CAC754F7B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6387495-E323-030A-B456-4FD7B2C7C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88" y="713992"/>
            <a:ext cx="7655400" cy="3858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57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20EC88FD-15B2-677D-05EF-322F29B5CBF5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AF29D66-5980-88F7-4156-A2754FDBA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89" y="1199958"/>
            <a:ext cx="8040222" cy="274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87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75C169F-A291-AFD8-13B4-E3F13E303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895589"/>
            <a:ext cx="9144000" cy="3495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C9752BB-317F-C897-824B-26F15760D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4780"/>
            <a:ext cx="9144000" cy="259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6B2DCAA-9E75-02ED-E6ED-5FD148B94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6038"/>
            <a:ext cx="9144000" cy="389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0D100AF-32EB-7D55-1E85-CE2D35EA6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0321"/>
            <a:ext cx="9144000" cy="274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DB914B2-1845-19D4-2E8E-9A3C06F83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699327"/>
            <a:ext cx="9144000" cy="388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CA6E3AA-9467-5FF2-A182-F9C74DF835BA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Información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EFC77A2-3095-0E3E-23AE-75CCA94D0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4638"/>
            <a:ext cx="9144000" cy="283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88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4020</TotalTime>
  <Words>68</Words>
  <Application>Microsoft Office PowerPoint</Application>
  <PresentationFormat>Presentación en pantalla (16:9)</PresentationFormat>
  <Paragraphs>19</Paragraphs>
  <Slides>16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387</cp:revision>
  <dcterms:modified xsi:type="dcterms:W3CDTF">2026-06-02T15:56:55Z</dcterms:modified>
</cp:coreProperties>
</file>