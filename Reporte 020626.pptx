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7" r:id="rId9"/>
    <p:sldId id="396" r:id="rId10"/>
    <p:sldId id="388" r:id="rId11"/>
    <p:sldId id="351" r:id="rId12"/>
    <p:sldId id="369" r:id="rId13"/>
    <p:sldId id="361" r:id="rId14"/>
    <p:sldId id="371" r:id="rId15"/>
    <p:sldId id="384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02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183064-5D41-B56B-0D2C-BFC5E07AD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342"/>
            <a:ext cx="9144000" cy="33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A4A830-BA15-5682-D08A-F12EC7649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6086"/>
            <a:ext cx="9144000" cy="245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12DCC11-B469-C51B-C508-20B0839C6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41" y="700864"/>
            <a:ext cx="7707494" cy="388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A93CEBB-117F-2426-997D-60FC81F81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5" y="542642"/>
            <a:ext cx="799259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F8E91C-865F-F5C6-9C8B-35FC7FDC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483"/>
            <a:ext cx="9144000" cy="34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3124D6-98BA-9053-8942-D545D283D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67" y="762064"/>
            <a:ext cx="7464642" cy="376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7C0B8-9134-7D81-4996-47506029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81539C2-1A86-029F-7F90-77CAC754F7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6387495-E323-030A-B456-4FD7B2C7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88" y="713992"/>
            <a:ext cx="7655400" cy="385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57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F29D66-5980-88F7-4156-A2754FDBA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9" y="1199958"/>
            <a:ext cx="8040222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70D902-604E-A372-1C49-30A7527A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2893"/>
            <a:ext cx="9144000" cy="35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536DA5-4664-1776-A7CC-8CEDFABB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8"/>
            <a:ext cx="9144000" cy="256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1CE18C-9DD3-0D61-9469-478F52C38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351"/>
            <a:ext cx="9144000" cy="397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ADCF4E-6074-C14E-53B2-255529F9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9311"/>
            <a:ext cx="9144000" cy="274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FB3827-0ACE-B505-ADAB-FC48A6965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022"/>
            <a:ext cx="9144000" cy="210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72DEB3-9B30-87BA-0DBB-17DD945F6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380"/>
            <a:ext cx="9144000" cy="331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4021</TotalTime>
  <Words>68</Words>
  <Application>Microsoft Office PowerPoint</Application>
  <PresentationFormat>Presentación en pantalla (16:9)</PresentationFormat>
  <Paragraphs>19</Paragraphs>
  <Slides>16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388</cp:revision>
  <dcterms:modified xsi:type="dcterms:W3CDTF">2026-06-02T23:58:32Z</dcterms:modified>
</cp:coreProperties>
</file>