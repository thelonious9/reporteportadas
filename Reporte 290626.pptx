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9"/>
  </p:notesMasterIdLst>
  <p:sldIdLst>
    <p:sldId id="350" r:id="rId2"/>
    <p:sldId id="404" r:id="rId3"/>
    <p:sldId id="405" r:id="rId4"/>
    <p:sldId id="399" r:id="rId5"/>
    <p:sldId id="378" r:id="rId6"/>
    <p:sldId id="406" r:id="rId7"/>
    <p:sldId id="394" r:id="rId8"/>
    <p:sldId id="395" r:id="rId9"/>
    <p:sldId id="396" r:id="rId10"/>
    <p:sldId id="403" r:id="rId11"/>
    <p:sldId id="388" r:id="rId12"/>
    <p:sldId id="351" r:id="rId13"/>
    <p:sldId id="369" r:id="rId14"/>
    <p:sldId id="361" r:id="rId15"/>
    <p:sldId id="371" r:id="rId16"/>
    <p:sldId id="400" r:id="rId17"/>
    <p:sldId id="280" r:id="rId18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Montserrat Black" panose="00000A00000000000000" pitchFamily="2" charset="0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49345-865A-0DA3-76DB-D96B92B9C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FA5609B-DEE3-43D0-62AD-1D7731C038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2E0C674-5D05-F1AA-1E23-CB69872B2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9449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54499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29 de junio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A33729A-17ED-B82A-D63A-A10D9ED99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24138"/>
            <a:ext cx="9144000" cy="383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801E00C-38A1-B8C6-3692-1E5B0B5B8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64370"/>
            <a:ext cx="9144000" cy="275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802CF3-B90A-0EB5-9801-0ED2916EC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426AD94F-EE82-EF95-255F-C7BB0EE7D2C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537BA21-4869-958A-AE4C-3C1D8F8B13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007" y="523220"/>
            <a:ext cx="7484961" cy="426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577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979B5F3-C16F-A600-FA42-96AD957B6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36" y="566457"/>
            <a:ext cx="7897327" cy="401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031622B-42A5-01DA-264F-371933600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152" y="1366660"/>
            <a:ext cx="7849695" cy="255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6297BF9-820F-E67E-AA08-1D923286FAE8}"/>
              </a:ext>
            </a:extLst>
          </p:cNvPr>
          <p:cNvSpPr txBox="1"/>
          <p:nvPr/>
        </p:nvSpPr>
        <p:spPr>
          <a:xfrm>
            <a:off x="2286000" y="227639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>
                <a:latin typeface="Montserrat" panose="00000500000000000000" pitchFamily="2" charset="0"/>
              </a:rPr>
              <a:t>No se registró información del gobernador en primeras planas</a:t>
            </a:r>
          </a:p>
        </p:txBody>
      </p:sp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F98BA97-CF54-C638-84AD-56D7919B0445}"/>
              </a:ext>
            </a:extLst>
          </p:cNvPr>
          <p:cNvSpPr txBox="1"/>
          <p:nvPr/>
        </p:nvSpPr>
        <p:spPr>
          <a:xfrm>
            <a:off x="2286000" y="227639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>
                <a:latin typeface="Montserrat" panose="00000500000000000000" pitchFamily="2" charset="0"/>
              </a:rPr>
              <a:t>No se registró información del gobernador en primeras planas</a:t>
            </a:r>
          </a:p>
        </p:txBody>
      </p:sp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4562664-2AA2-D896-EF65-D594BCA6DC85}"/>
              </a:ext>
            </a:extLst>
          </p:cNvPr>
          <p:cNvSpPr txBox="1"/>
          <p:nvPr/>
        </p:nvSpPr>
        <p:spPr>
          <a:xfrm>
            <a:off x="2286000" y="227639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>
                <a:latin typeface="Montserrat" panose="00000500000000000000" pitchFamily="2" charset="0"/>
              </a:rPr>
              <a:t>No se registró información del gobernador en primeras planas</a:t>
            </a:r>
          </a:p>
        </p:txBody>
      </p:sp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F3786EA-6C28-63C0-C4B1-790548D7865A}"/>
              </a:ext>
            </a:extLst>
          </p:cNvPr>
          <p:cNvSpPr txBox="1"/>
          <p:nvPr/>
        </p:nvSpPr>
        <p:spPr>
          <a:xfrm>
            <a:off x="2286000" y="227639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>
                <a:latin typeface="Montserrat" panose="00000500000000000000" pitchFamily="2" charset="0"/>
              </a:rPr>
              <a:t>No se registró información del gobernador en primeras planas</a:t>
            </a:r>
          </a:p>
        </p:txBody>
      </p:sp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3624283-A23A-97F1-34D4-8709E4BB3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5129"/>
            <a:ext cx="9144000" cy="3996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C5C3935-D687-F393-E094-D76D75A9A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2272"/>
            <a:ext cx="9144000" cy="297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34A76F3-96D9-2E3A-AACD-D5164A595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2230"/>
            <a:ext cx="9144000" cy="438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2BE5D8A-BBFE-8EC4-31F1-2469CA6E6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25" y="876733"/>
            <a:ext cx="9144000" cy="3532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E18F2A5-CC0A-8172-7224-137720B3E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1293"/>
            <a:ext cx="9144000" cy="2743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7C59986-F48B-C2F8-8717-714125E0D234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31DF130-3D94-4368-1955-4A4AE0A1E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9516"/>
            <a:ext cx="9144000" cy="336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8208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4210</TotalTime>
  <Words>117</Words>
  <Application>Microsoft Office PowerPoint</Application>
  <PresentationFormat>Presentación en pantalla (16:9)</PresentationFormat>
  <Paragraphs>24</Paragraphs>
  <Slides>17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Montserrat</vt:lpstr>
      <vt:lpstr>Montserrat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413</cp:revision>
  <dcterms:modified xsi:type="dcterms:W3CDTF">2026-06-30T00:46:51Z</dcterms:modified>
</cp:coreProperties>
</file>