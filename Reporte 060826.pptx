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06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A455B3-A14C-A029-87EC-9365FC8A5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9033"/>
            <a:ext cx="9144000" cy="338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214A80-9DAC-9D4F-B4E4-2A078194A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6279"/>
            <a:ext cx="9144000" cy="249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27F7C2-BE48-8520-6DFD-1204A5DFC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09" y="670658"/>
            <a:ext cx="7827357" cy="394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15EC11-E34A-E2A5-CD63-6C8FB5946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391" y="465618"/>
            <a:ext cx="4744191" cy="22666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1AB32CD-820C-5D19-7A64-A42EAC23E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023" y="2732288"/>
            <a:ext cx="6220928" cy="241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F6D556-16E4-CCA4-7CE4-56F3477C6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713"/>
            <a:ext cx="9144000" cy="345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4A9B5FA-3238-2580-B810-782557548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5B62397-CC2E-7A5C-2B18-6352F26F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018F49-5961-8F4E-A381-BFEA5E23B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1368"/>
            <a:ext cx="9144000" cy="136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0FBBA2-C75A-73EC-D0AF-D089B292B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2381"/>
            <a:ext cx="9144000" cy="356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569649-4169-8448-DCF1-45DE76A0F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1705"/>
            <a:ext cx="9144000" cy="258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344753-546F-60D8-7730-12F16187B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8188"/>
            <a:ext cx="914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C7FCB9-3E81-962B-013D-717193DD3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6901"/>
            <a:ext cx="9144000" cy="273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C3D4FE-F137-A25D-9E09-C5D968CBB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736"/>
            <a:ext cx="9144000" cy="385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A9ED506-9B55-78FA-0B90-FCE77ECC2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0089"/>
            <a:ext cx="9144000" cy="196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4468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460</cp:revision>
  <dcterms:modified xsi:type="dcterms:W3CDTF">2026-08-07T00:26:11Z</dcterms:modified>
</cp:coreProperties>
</file>