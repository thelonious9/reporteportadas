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9"/>
  </p:notesMasterIdLst>
  <p:sldIdLst>
    <p:sldId id="350" r:id="rId2"/>
    <p:sldId id="404" r:id="rId3"/>
    <p:sldId id="408" r:id="rId4"/>
    <p:sldId id="405" r:id="rId5"/>
    <p:sldId id="406" r:id="rId6"/>
    <p:sldId id="394" r:id="rId7"/>
    <p:sldId id="395" r:id="rId8"/>
    <p:sldId id="396" r:id="rId9"/>
    <p:sldId id="403" r:id="rId10"/>
    <p:sldId id="388" r:id="rId11"/>
    <p:sldId id="351" r:id="rId12"/>
    <p:sldId id="361" r:id="rId13"/>
    <p:sldId id="412" r:id="rId14"/>
    <p:sldId id="371" r:id="rId15"/>
    <p:sldId id="419" r:id="rId16"/>
    <p:sldId id="413" r:id="rId17"/>
    <p:sldId id="280" r:id="rId18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20"/>
      <p:bold r:id="rId21"/>
      <p:italic r:id="rId22"/>
      <p:boldItalic r:id="rId23"/>
    </p:embeddedFont>
    <p:embeddedFont>
      <p:font typeface="Montserrat Black" panose="00000A00000000000000" pitchFamily="2" charset="0"/>
      <p:bold r:id="rId24"/>
      <p:boldItalic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65" userDrawn="1">
          <p15:clr>
            <a:srgbClr val="A4A3A4"/>
          </p15:clr>
        </p15:guide>
        <p15:guide id="2" pos="2857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AD30198-60FD-D96C-7EFF-04ABEB9B0931}" name="Usuario invitado" initials="Ui" userId="Usuario invitado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AFAFA"/>
    <a:srgbClr val="F8F9FA"/>
    <a:srgbClr val="F4F6F8"/>
    <a:srgbClr val="691B31"/>
    <a:srgbClr val="3A3A3A"/>
    <a:srgbClr val="D8AB72"/>
    <a:srgbClr val="B28D5E"/>
    <a:srgbClr val="DBC6A0"/>
    <a:srgbClr val="F6E3C5"/>
    <a:srgbClr val="BC955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1682E8D-AFAE-4055-8BED-796683ABB225}">
  <a:tblStyle styleId="{31682E8D-AFAE-4055-8BED-796683ABB22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303" autoAdjust="0"/>
  </p:normalViewPr>
  <p:slideViewPr>
    <p:cSldViewPr snapToGrid="0">
      <p:cViewPr varScale="1">
        <p:scale>
          <a:sx n="133" d="100"/>
          <a:sy n="133" d="100"/>
        </p:scale>
        <p:origin x="906" y="114"/>
      </p:cViewPr>
      <p:guideLst>
        <p:guide orient="horz" pos="1665"/>
        <p:guide pos="2857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viewProps" Target="viewProps.xml"/><Relationship Id="rId30" Type="http://schemas.microsoft.com/office/2018/10/relationships/authors" Target="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2164725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A4109-DE7B-A0CB-8032-9B5DA2AED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92C87AE-6D7F-CE0F-E0C6-D0C8BCD2EE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6045741-295A-AAE3-0DFE-431661A272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4013921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08BC3-87FB-F571-9453-91315B27F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D6310CCB-9BA8-CACF-122A-2E5698054E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AE902B6-DBD4-2D27-E9AE-C2BB9100C5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482889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6519B-A5BA-683F-3102-86EC1ED2A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7198EAA-93A3-ABCB-5EF2-9AAC7563C7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778500B-3B7A-CCDD-313A-A5F5F56747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5745556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D56B5-8E3D-156D-794A-66412674B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12DD771-8785-1B74-5266-3056F738CC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DBEC6D9-9EE0-0A69-9D44-7F32576317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6678113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567EE-3B4E-8C48-2AAD-0C70B0A7F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F77A78B-931E-E4C0-06DD-65C39828E9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45FACC4-33AE-75CC-0129-66D11BC3A3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003483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>
          <a:extLst>
            <a:ext uri="{FF2B5EF4-FFF2-40B4-BE49-F238E27FC236}">
              <a16:creationId xmlns:a16="http://schemas.microsoft.com/office/drawing/2014/main" id="{F25F0AE0-550E-E139-0EAA-601DDCDE3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14864f70b6d_0_51:notes">
            <a:extLst>
              <a:ext uri="{FF2B5EF4-FFF2-40B4-BE49-F238E27FC236}">
                <a16:creationId xmlns:a16="http://schemas.microsoft.com/office/drawing/2014/main" id="{CC41C0BC-CB49-17D9-FE89-62E8BEDFE0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14864f70b6d_0_51:notes">
            <a:extLst>
              <a:ext uri="{FF2B5EF4-FFF2-40B4-BE49-F238E27FC236}">
                <a16:creationId xmlns:a16="http://schemas.microsoft.com/office/drawing/2014/main" id="{0F552A97-0F1D-AD78-E939-C9840F5EB6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631123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1_Section 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264"/>
            <a:ext cx="9143999" cy="5142236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647" cy="393801"/>
          </a:xfrm>
          <a:prstGeom prst="rect">
            <a:avLst/>
          </a:prstGeom>
        </p:spPr>
        <p:txBody>
          <a:bodyPr spcFirstLastPara="1" wrap="square" lIns="159150" tIns="159150" rIns="159150" bIns="159150" anchor="t" anchorCtr="0">
            <a:normAutofit/>
          </a:bodyPr>
          <a:lstStyle>
            <a:lvl1pPr lvl="0">
              <a:buNone/>
              <a:defRPr sz="1074"/>
            </a:lvl1pPr>
            <a:lvl2pPr lvl="1">
              <a:buNone/>
              <a:defRPr sz="1074"/>
            </a:lvl2pPr>
            <a:lvl3pPr lvl="2">
              <a:buNone/>
              <a:defRPr sz="1074"/>
            </a:lvl3pPr>
            <a:lvl4pPr lvl="3">
              <a:buNone/>
              <a:defRPr sz="1074"/>
            </a:lvl4pPr>
            <a:lvl5pPr lvl="4">
              <a:buNone/>
              <a:defRPr sz="1074"/>
            </a:lvl5pPr>
            <a:lvl6pPr lvl="5">
              <a:buNone/>
              <a:defRPr sz="1074"/>
            </a:lvl6pPr>
            <a:lvl7pPr lvl="6">
              <a:buNone/>
              <a:defRPr sz="1074"/>
            </a:lvl7pPr>
            <a:lvl8pPr lvl="7">
              <a:buNone/>
              <a:defRPr sz="1074"/>
            </a:lvl8pPr>
            <a:lvl9pPr lvl="8">
              <a:buNone/>
              <a:defRPr sz="1074"/>
            </a:lvl9pPr>
          </a:lstStyle>
          <a:p>
            <a:fld id="{00000000-1234-1234-1234-123412341234}" type="slidenum">
              <a:rPr lang="es-419" smtClean="0"/>
              <a:pPr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1445769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73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B63C1ED-1A4B-E4D8-BBCB-DD9BCB7C36B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fontScale="55000" lnSpcReduction="20000"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s-419" sz="1074" b="0" i="0" u="none" strike="noStrike" kern="0" cap="none" spc="0" normalizeH="0" baseline="0" noProof="0" smtClean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</a:t>
            </a:fld>
            <a:endParaRPr kumimoji="0" lang="es-419" sz="1074" b="0" i="0" u="none" strike="noStrike" kern="0" cap="none" spc="0" normalizeH="0" baseline="0" noProof="0" dirty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4" name="Google Shape;101;p27">
            <a:extLst>
              <a:ext uri="{FF2B5EF4-FFF2-40B4-BE49-F238E27FC236}">
                <a16:creationId xmlns:a16="http://schemas.microsoft.com/office/drawing/2014/main" id="{18C1BF8B-A9D3-CA16-8B39-9E27229A586D}"/>
              </a:ext>
            </a:extLst>
          </p:cNvPr>
          <p:cNvSpPr txBox="1"/>
          <p:nvPr/>
        </p:nvSpPr>
        <p:spPr>
          <a:xfrm>
            <a:off x="542235" y="2200528"/>
            <a:ext cx="8059529" cy="630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2400" b="0" i="0" u="none" strike="noStrike" kern="0" cap="none" spc="0" normalizeH="0" baseline="0" noProof="0" dirty="0">
                <a:ln>
                  <a:noFill/>
                </a:ln>
                <a:solidFill>
                  <a:srgbClr val="691B31"/>
                </a:solidFill>
                <a:effectLst/>
                <a:uLnTx/>
                <a:uFillTx/>
                <a:latin typeface="Montserrat Black"/>
                <a:ea typeface="Montserrat Black"/>
                <a:cs typeface="Montserrat Black"/>
                <a:sym typeface="Montserrat Black"/>
              </a:rPr>
              <a:t>Reporte impresos,  radio y tv local. 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400" b="1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"/>
                <a:ea typeface="Montserrat"/>
                <a:cs typeface="Montserrat"/>
                <a:sym typeface="Montserrat"/>
              </a:rPr>
              <a:t>Gobernador, secretarías y dependencias</a:t>
            </a:r>
            <a:endParaRPr kumimoji="0" lang="es-MX" sz="2000" b="1" i="0" u="none" strike="noStrike" kern="0" cap="none" spc="0" normalizeH="0" baseline="0" noProof="0" dirty="0">
              <a:ln>
                <a:noFill/>
              </a:ln>
              <a:solidFill>
                <a:srgbClr val="D8AB72"/>
              </a:solidFill>
              <a:effectLst/>
              <a:uLnTx/>
              <a:uFillTx/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F8F99902-E806-65F7-B1B2-5BFEE3D764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9408" y="598169"/>
            <a:ext cx="2724918" cy="1203962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3A420959-05AA-86D7-CF62-D891272906E0}"/>
              </a:ext>
            </a:extLst>
          </p:cNvPr>
          <p:cNvSpPr txBox="1"/>
          <p:nvPr/>
        </p:nvSpPr>
        <p:spPr>
          <a:xfrm>
            <a:off x="4171949" y="3865402"/>
            <a:ext cx="4384835" cy="547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>
              <a:lnSpc>
                <a:spcPct val="90000"/>
              </a:lnSpc>
              <a:buNone/>
              <a:defRPr sz="3800">
                <a:solidFill>
                  <a:srgbClr val="691B31"/>
                </a:solidFill>
                <a:latin typeface="Montserrat Black"/>
                <a:ea typeface="Montserrat Black"/>
                <a:cs typeface="Montserrat Black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Elaborado: 02 de octubre</a:t>
            </a:r>
            <a:endParaRPr lang="es-MX" sz="1600" dirty="0">
              <a:solidFill>
                <a:srgbClr val="D8AB72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17:00</a:t>
            </a:r>
          </a:p>
        </p:txBody>
      </p:sp>
    </p:spTree>
    <p:extLst>
      <p:ext uri="{BB962C8B-B14F-4D97-AF65-F5344CB8AC3E}">
        <p14:creationId xmlns:p14="http://schemas.microsoft.com/office/powerpoint/2010/main" val="971462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AFB07B-A97F-580B-C807-AADF2D980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95622977-0971-C09F-23C7-1B431CA286F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22F120EF-523E-D3B8-EEBD-A5E1E63400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07800"/>
            <a:ext cx="9144000" cy="3727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03840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1A93C4-2DEB-0E75-9E76-1B11E0B49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FB9268F8-6E5B-3D55-2045-C7F97FD6E20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12E7D02A-4EA3-CF9F-461D-4252A99BD3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411405"/>
            <a:ext cx="9144000" cy="2463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77688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30744A-5BE4-2258-7B5D-8CC4A14ED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180E2173-FD03-9BE5-F659-52C81477881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3A054867-C272-4F68-ED27-510025E207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9897" y="691088"/>
            <a:ext cx="6844205" cy="390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14565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248FB7-1DE5-778D-6EFE-6E2E95659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E63A60A8-6548-CD5C-EB96-B6431D9CA71B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19536C22-A229-3365-CA1C-8FF72E97C3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075" y="766763"/>
            <a:ext cx="7943850" cy="3752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57186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F384B7-8BD8-1B37-5F51-FD46B11FD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5D745B17-E8D1-051C-B27F-A3B591D8F7F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D21FA289-95B7-E8F0-E9D2-45B0BC95D7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79850"/>
            <a:ext cx="9144000" cy="4126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77083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383A7D-6E95-7FBD-ECB9-6F21EFAB5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EF6B6CD5-AF4A-39E2-B949-E9735271D8E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en primeras planas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5D0181A8-0E46-CA3B-43F7-77A351A839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6662" y="1176300"/>
            <a:ext cx="6097651" cy="390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00977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569AC2-17AA-6728-4169-8404B6464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FC488274-DEF2-00AA-CBB0-3ADE1D32DCE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temas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44D25AA5-2B99-5D61-9EDE-E7F5BAF948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174" y="691088"/>
            <a:ext cx="6097651" cy="390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6623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B6DC8C-E619-F67B-9048-4615CF198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C46A5360-EC76-283F-42C4-C3D1585636DD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92635401-8C45-93CA-0B86-499669034F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25713" y="646542"/>
            <a:ext cx="4019550" cy="1571625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D60A0A9A-B8A0-31E4-72A7-E6851AAD1A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36512" y="2342951"/>
            <a:ext cx="9144000" cy="26481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28591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Shape 108">
          <a:extLst>
            <a:ext uri="{FF2B5EF4-FFF2-40B4-BE49-F238E27FC236}">
              <a16:creationId xmlns:a16="http://schemas.microsoft.com/office/drawing/2014/main" id="{3AB59246-6522-404E-9FEB-F1E85E07D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AE07F171-51E8-E8F4-27C7-0CA3B7A8A99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375D2B7D-26B2-86CD-BF3F-89BF5E20CC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01904"/>
            <a:ext cx="9144000" cy="42825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8119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1430F0AF-D0FD-1C68-F7C4-D9E93764E31F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D4A33775-7E18-E986-508B-3299B2C405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94311"/>
            <a:ext cx="9144000" cy="3297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2692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270743E-55A0-8447-939B-33D92F1087F2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del gobierno en radiodifusoras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622189D9-CCEE-FF84-3E4F-B7CFDB0DF9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16942"/>
            <a:ext cx="9144000" cy="3652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2284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828405A6-6663-981B-6621-84986BD5E42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del gobernador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AD04E957-F633-E28A-471E-4AFE58F41A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70819"/>
            <a:ext cx="9144000" cy="3344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00249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CE4F37E4-6BA2-F83F-177F-21C522FF978A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2E74F081-942A-C5A1-55FB-F2657E5447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508984"/>
            <a:ext cx="9144000" cy="4370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29462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8D5F8A2-3225-5E40-44C8-4501D2CD9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41432DDF-F868-30DB-67DD-5C74CE34451C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FE2040E-8172-4BC5-8BDB-8F83FB11E2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0249" y="933450"/>
            <a:ext cx="5143500" cy="3419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21881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DFF6A8-5146-E5F2-074F-084FCC971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5250946C-99D0-0E60-607A-48C02ED03621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Opinión emitida por radioescuchas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E6432A3F-6253-F7B6-ADAD-FFE5BDBEF3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6549" y="995363"/>
            <a:ext cx="3390900" cy="3295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95737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9BA4FDF3-73D0-20C6-94F5-7E9F2481C0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1106" y="1453514"/>
            <a:ext cx="5061788" cy="2236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36245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4896</TotalTime>
  <Words>82</Words>
  <Application>Microsoft Office PowerPoint</Application>
  <PresentationFormat>Presentación en pantalla (16:9)</PresentationFormat>
  <Paragraphs>20</Paragraphs>
  <Slides>17</Slides>
  <Notes>6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17</vt:i4>
      </vt:variant>
    </vt:vector>
  </HeadingPairs>
  <TitlesOfParts>
    <vt:vector size="21" baseType="lpstr">
      <vt:lpstr>Arial</vt:lpstr>
      <vt:lpstr>Montserrat</vt:lpstr>
      <vt:lpstr>Montserrat Black</vt:lpstr>
      <vt:lpstr>Simple Light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Francisco Villeda</dc:creator>
  <cp:lastModifiedBy>Francisco Villeda Velazquez</cp:lastModifiedBy>
  <cp:revision>520</cp:revision>
  <dcterms:modified xsi:type="dcterms:W3CDTF">2026-10-02T23:27:38Z</dcterms:modified>
</cp:coreProperties>
</file>