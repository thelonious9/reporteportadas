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0"/>
  </p:notesMasterIdLst>
  <p:sldIdLst>
    <p:sldId id="350" r:id="rId2"/>
    <p:sldId id="404" r:id="rId3"/>
    <p:sldId id="408" r:id="rId4"/>
    <p:sldId id="405" r:id="rId5"/>
    <p:sldId id="406" r:id="rId6"/>
    <p:sldId id="418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371" r:id="rId16"/>
    <p:sldId id="419" r:id="rId17"/>
    <p:sldId id="413" r:id="rId18"/>
    <p:sldId id="280" r:id="rId19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1"/>
      <p:bold r:id="rId22"/>
      <p:italic r:id="rId23"/>
      <p:boldItalic r:id="rId24"/>
    </p:embeddedFont>
    <p:embeddedFont>
      <p:font typeface="Montserrat Black" panose="00000A00000000000000" pitchFamily="2" charset="0"/>
      <p:bold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6EFC6-BD0D-E957-DA3B-E452429CF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D4C07A2-3A66-A51B-91E4-B930F3ED1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AC49ADD-CE59-ADCA-64AA-AFDE04977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92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01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EF3EBA-6B2B-E541-5BE3-C410FAACB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33300"/>
            <a:ext cx="9144000" cy="413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D70CE1B-3C74-C797-A962-EC7AD72EF0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6815"/>
            <a:ext cx="9144000" cy="311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E7DD2D1E-4B16-8B67-9356-45BB5E9DD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6662" y="691088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DE5457F-95B5-BA8E-6A0C-F05F7B160B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74" y="1700213"/>
            <a:ext cx="7820025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EF1BD-C1B8-3631-07EC-961DDE71F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9F2DBA7C-A758-8E46-5CEF-A5CE898CE74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DA456A9-BD20-37D1-7D01-55AD403E8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838200"/>
            <a:ext cx="7848600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50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81123CB-29C4-DE6F-35B5-6A76113AE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3425"/>
            <a:ext cx="9144000" cy="4159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955BF2D-2B46-3F44-106D-47B026B1B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62" y="830700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D34BF10-D6FB-939C-483D-3C8F52F7A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174" y="691088"/>
            <a:ext cx="6097651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4271E3D-FAE2-E860-AA74-49F079DCF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449" y="909638"/>
            <a:ext cx="3648075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1A4929D-A149-7081-913C-7FF8CB0E8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323"/>
            <a:ext cx="9144000" cy="4261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AA95E38-CCCD-8646-1787-182C6AEAF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967129"/>
            <a:ext cx="9144000" cy="335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C5A752B-6A4D-4E10-0D14-ED77FCF6B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5409"/>
            <a:ext cx="9144000" cy="3655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E200D08-593F-68A8-6559-BDFEF963B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0423"/>
            <a:ext cx="9144000" cy="3545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BFBBA81-0862-704C-F65E-1326F94835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0432"/>
            <a:ext cx="9144000" cy="4367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D5F8A2-3225-5E40-44C8-4501D2CD9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1432DDF-F868-30DB-67DD-5C74CE34451C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B5ED777-95D2-98F5-8EF9-21FB1FB0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49" y="933450"/>
            <a:ext cx="514350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188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47C895-8353-E518-B2F4-C99724D499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08445"/>
            <a:ext cx="9144000" cy="366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4892</TotalTime>
  <Words>88</Words>
  <Application>Microsoft Office PowerPoint</Application>
  <PresentationFormat>Presentación en pantalla (16:9)</PresentationFormat>
  <Paragraphs>21</Paragraphs>
  <Slides>18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518</cp:revision>
  <dcterms:modified xsi:type="dcterms:W3CDTF">2026-10-01T22:46:01Z</dcterms:modified>
</cp:coreProperties>
</file>