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9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02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F120EF-523E-D3B8-EEBD-A5E1E6340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7800"/>
            <a:ext cx="9144000" cy="372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E7D02A-4EA3-CF9F-461D-4252A99BD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1405"/>
            <a:ext cx="9144000" cy="246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054867-C272-4F68-ED27-510025E20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9536C22-A229-3365-CA1C-8FF72E97C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766763"/>
            <a:ext cx="794385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1FA289-95B7-E8F0-E9D2-45B0BC95D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9850"/>
            <a:ext cx="9144000" cy="412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0181A8-0E46-CA3B-43F7-77A351A83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62" y="1176300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4D25AA5-2B99-5D61-9EDE-E7F5BAF94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74" y="691088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2635401-8C45-93CA-0B86-499669034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713" y="646542"/>
            <a:ext cx="4019550" cy="15716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60A0A9A-B8A0-31E4-72A7-E6851AAD1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512" y="2342951"/>
            <a:ext cx="9144000" cy="264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A4929D-A149-7081-913C-7FF8CB0E8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323"/>
            <a:ext cx="9144000" cy="426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AA95E38-CCCD-8646-1787-182C6AEAF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967129"/>
            <a:ext cx="9144000" cy="335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5A752B-6A4D-4E10-0D14-ED77FCF6B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5409"/>
            <a:ext cx="9144000" cy="365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E200D08-593F-68A8-6559-BDFEF963B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423"/>
            <a:ext cx="9144000" cy="354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BFBBA81-0862-704C-F65E-1326F9483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432"/>
            <a:ext cx="9144000" cy="436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5F8A2-3225-5E40-44C8-4501D2CD9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1432DDF-F868-30DB-67DD-5C74CE34451C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B5ED777-95D2-98F5-8EF9-21FB1FB0D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49" y="933450"/>
            <a:ext cx="51435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88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47C895-8353-E518-B2F4-C99724D49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08445"/>
            <a:ext cx="9144000" cy="366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4894</TotalTime>
  <Words>82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519</cp:revision>
  <dcterms:modified xsi:type="dcterms:W3CDTF">2026-10-02T14:49:47Z</dcterms:modified>
</cp:coreProperties>
</file>