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4"/>
  </p:notesMasterIdLst>
  <p:sldIdLst>
    <p:sldId id="350" r:id="rId2"/>
    <p:sldId id="365" r:id="rId3"/>
    <p:sldId id="352" r:id="rId4"/>
    <p:sldId id="393" r:id="rId5"/>
    <p:sldId id="378" r:id="rId6"/>
    <p:sldId id="388" r:id="rId7"/>
    <p:sldId id="351" r:id="rId8"/>
    <p:sldId id="369" r:id="rId9"/>
    <p:sldId id="361" r:id="rId10"/>
    <p:sldId id="371" r:id="rId11"/>
    <p:sldId id="384" r:id="rId12"/>
    <p:sldId id="280" r:id="rId1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Black" panose="00000A00000000000000" pitchFamily="2" charset="0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18 </a:t>
            </a:r>
            <a:r>
              <a:rPr lang="es-MX" sz="1600" dirty="0">
                <a:solidFill>
                  <a:srgbClr val="D8AB72"/>
                </a:solidFill>
              </a:rPr>
              <a:t> 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603CAA1-D153-2409-7CF2-DFE48B7D7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5926"/>
            <a:ext cx="9144000" cy="381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23D7B7-9BAD-FD16-5813-6CDC69428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5522"/>
            <a:ext cx="9144000" cy="271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FFF05B0-02F4-35A5-BFEE-1DA63CD37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40" y="519132"/>
            <a:ext cx="7447095" cy="424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59679F-7950-25CC-8793-37040AA09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10" y="647431"/>
            <a:ext cx="7916380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F6C4EC-AE4D-90CB-01FD-B23402C41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6860"/>
            <a:ext cx="9144000" cy="357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8AAE3A-8E2F-9FB7-2F44-ECB9C22C4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2744"/>
            <a:ext cx="9144000" cy="258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8C073D-6B35-5DFA-81F8-511544FDC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172"/>
            <a:ext cx="9144000" cy="383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F5FA280-34FF-E763-AF6D-DEB30E49C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0063"/>
            <a:ext cx="9144000" cy="288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372AF8A-93C2-1C71-95F2-210B67821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95912"/>
            <a:ext cx="9144000" cy="453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9097FD2-3EAD-0D10-C7A9-E7B3996B1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342" y="289101"/>
            <a:ext cx="6154291" cy="485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3909</TotalTime>
  <Words>64</Words>
  <Application>Microsoft Office PowerPoint</Application>
  <PresentationFormat>Presentación en pantalla (16:9)</PresentationFormat>
  <Paragraphs>15</Paragraphs>
  <Slides>12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369</cp:revision>
  <dcterms:modified xsi:type="dcterms:W3CDTF">2026-05-19T00:41:10Z</dcterms:modified>
</cp:coreProperties>
</file>