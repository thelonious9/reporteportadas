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11" r:id="rId16"/>
    <p:sldId id="41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30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19B314-72E7-E187-E651-B5E44585A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5812"/>
            <a:ext cx="9144000" cy="341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F33559-120E-7EB9-402C-6C8E1A23A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2992"/>
            <a:ext cx="9144000" cy="244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36CE8FF-3AA4-44A6-FFE2-A523C7565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53" y="649058"/>
            <a:ext cx="7913070" cy="398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175872-7DD8-F7F3-790A-A71D1EC4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18" y="652185"/>
            <a:ext cx="7973538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603308-27B6-E33F-D64F-D097CBAE9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255"/>
            <a:ext cx="9144000" cy="337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BACCD4-81A3-DF77-34B7-1D6A81E6A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9" y="591458"/>
            <a:ext cx="8141637" cy="41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382DA4B-81A5-92CC-CEDB-1246E290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F83F56-144D-4F3D-5331-CF11A1EB9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1585"/>
            <a:ext cx="9144000" cy="310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293FF1-2FFF-8798-C789-5E839825A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7433"/>
            <a:ext cx="9144000" cy="35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575CCE-B463-A3AF-321C-75D75DCE1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459"/>
            <a:ext cx="9144000" cy="352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703DED-915D-7D70-BB00-00E95CAF5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2091"/>
            <a:ext cx="9144000" cy="258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42EEB9-4272-331A-0A59-9F2BC56B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4081"/>
            <a:ext cx="9144000" cy="271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73C8A1-A45B-02AA-38CD-97DFEF18E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749"/>
            <a:ext cx="9144000" cy="408087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C7B450C-F25D-D715-DBAC-33AD8B8B3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3901"/>
            <a:ext cx="9144000" cy="389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483D-57B1-B47B-A634-A580224A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888C497-C038-E46F-7A41-09D9F2ADB44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3B4D26C-D9DC-2666-85CD-4DFED3D1F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0" y="1119188"/>
            <a:ext cx="38004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33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1F1401-5CD8-F713-B38B-469C96765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565" y="1123738"/>
            <a:ext cx="3019846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4414</TotalTime>
  <Words>80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454</cp:revision>
  <dcterms:modified xsi:type="dcterms:W3CDTF">2026-07-30T23:02:35Z</dcterms:modified>
</cp:coreProperties>
</file>