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415" r:id="rId7"/>
    <p:sldId id="394" r:id="rId8"/>
    <p:sldId id="395" r:id="rId9"/>
    <p:sldId id="396" r:id="rId10"/>
    <p:sldId id="403" r:id="rId11"/>
    <p:sldId id="388" r:id="rId12"/>
    <p:sldId id="351" r:id="rId13"/>
    <p:sldId id="361" r:id="rId14"/>
    <p:sldId id="412" r:id="rId15"/>
    <p:sldId id="371" r:id="rId16"/>
    <p:sldId id="413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021DD-28D9-3F84-410B-5DB5E38B4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FFC4A2F-C944-94A3-FECE-3FE1E468F0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206C93A-8DF4-7BAD-8FD9-4E2CDA689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65743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15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septiembre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11A127-0471-26D4-739B-88842AAB9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1081"/>
            <a:ext cx="9144000" cy="370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D490D05-94F2-702E-8288-D08C6F1C0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8639"/>
            <a:ext cx="9144000" cy="276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18DFE4C-B39D-8C52-CD5F-47EA8BF6BF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FE592F7-79AE-554A-AC7A-C9805B77F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13" y="1762012"/>
            <a:ext cx="7868748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63C5D-8278-2F6F-259C-BA0F20BDD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18DD220-BB53-296E-E3A6-7002795913F9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B10B5E2-F74D-2BE0-C791-C5195F921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57" y="828994"/>
            <a:ext cx="7944261" cy="362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135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7C007A2-3EEE-7FD8-848B-F20E2CD9D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0154"/>
            <a:ext cx="9144000" cy="372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67F1618-AA74-910F-F4D6-EFC9E8943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799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2B02226-E1DF-043B-FF76-0019E0199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DFFE7A5-4F5D-E2B7-E3C2-128AF8576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09" y="833185"/>
            <a:ext cx="8821381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B45D2FB-A92F-44FD-FD46-1F884083D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9446"/>
            <a:ext cx="9144000" cy="382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BE3E578-8F20-1B9E-0BDC-9482FC4EE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1974"/>
            <a:ext cx="9144000" cy="294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E68AD2C-2DEB-9BC3-0A20-8CE13E29F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5429"/>
            <a:ext cx="9144000" cy="441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7D6DEE1-6CF0-6F14-FF14-F07E9FF0A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9703"/>
            <a:ext cx="9144000" cy="298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271363-B6A6-BF90-9359-E9F4A1C6E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971"/>
            <a:ext cx="9144000" cy="436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B566944-67F3-B2A9-13BA-A9D527E8CD3A}"/>
              </a:ext>
            </a:extLst>
          </p:cNvPr>
          <p:cNvSpPr txBox="1"/>
          <p:nvPr/>
        </p:nvSpPr>
        <p:spPr>
          <a:xfrm>
            <a:off x="316800" y="2166134"/>
            <a:ext cx="823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anose="00000500000000000000" pitchFamily="2" charset="0"/>
              </a:rPr>
              <a:t>Hoy no se registraron llamadas de radioescuchas</a:t>
            </a:r>
          </a:p>
        </p:txBody>
      </p:sp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4813</TotalTime>
  <Words>90</Words>
  <Application>Microsoft Office PowerPoint</Application>
  <PresentationFormat>Presentación en pantalla (16:9)</PresentationFormat>
  <Paragraphs>21</Paragraphs>
  <Slides>17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499</cp:revision>
  <dcterms:modified xsi:type="dcterms:W3CDTF">2026-09-16T00:17:28Z</dcterms:modified>
</cp:coreProperties>
</file>