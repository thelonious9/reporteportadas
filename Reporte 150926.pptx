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20"/>
  </p:notesMasterIdLst>
  <p:sldIdLst>
    <p:sldId id="350" r:id="rId2"/>
    <p:sldId id="404" r:id="rId3"/>
    <p:sldId id="408" r:id="rId4"/>
    <p:sldId id="405" r:id="rId5"/>
    <p:sldId id="406" r:id="rId6"/>
    <p:sldId id="415" r:id="rId7"/>
    <p:sldId id="394" r:id="rId8"/>
    <p:sldId id="395" r:id="rId9"/>
    <p:sldId id="396" r:id="rId10"/>
    <p:sldId id="403" r:id="rId11"/>
    <p:sldId id="388" r:id="rId12"/>
    <p:sldId id="351" r:id="rId13"/>
    <p:sldId id="361" r:id="rId14"/>
    <p:sldId id="412" r:id="rId15"/>
    <p:sldId id="371" r:id="rId16"/>
    <p:sldId id="414" r:id="rId17"/>
    <p:sldId id="413" r:id="rId18"/>
    <p:sldId id="280" r:id="rId19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21"/>
      <p:bold r:id="rId22"/>
      <p:italic r:id="rId23"/>
      <p:boldItalic r:id="rId24"/>
    </p:embeddedFont>
    <p:embeddedFont>
      <p:font typeface="Montserrat Black" panose="00000A00000000000000" pitchFamily="2" charset="0"/>
      <p:bold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FA"/>
    <a:srgbClr val="F8F9FA"/>
    <a:srgbClr val="F4F6F8"/>
    <a:srgbClr val="691B31"/>
    <a:srgbClr val="3A3A3A"/>
    <a:srgbClr val="D8AB72"/>
    <a:srgbClr val="B28D5E"/>
    <a:srgbClr val="DBC6A0"/>
    <a:srgbClr val="F6E3C5"/>
    <a:srgbClr val="BC95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20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021DD-28D9-3F84-410B-5DB5E38B4D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FFC4A2F-C944-94A3-FECE-3FE1E468F0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206C93A-8DF4-7BAD-8FD9-4E2CDA689E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1657439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</a:t>
            </a:r>
            <a:r>
              <a:rPr lang="es-MX" sz="1600" dirty="0">
                <a:solidFill>
                  <a:srgbClr val="D8AB72"/>
                </a:solidFill>
              </a:rPr>
              <a:t>15</a:t>
            </a: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 de septiembre</a:t>
            </a:r>
            <a:endParaRPr lang="es-MX" sz="1600" dirty="0">
              <a:solidFill>
                <a:srgbClr val="D8AB7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16:00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F11A127-0471-26D4-739B-88842AAB9D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91081"/>
            <a:ext cx="9144000" cy="3704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D490D05-94F2-702E-8288-D08C6F1C0F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58639"/>
            <a:ext cx="9144000" cy="2769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518DFE4C-B39D-8C52-CD5F-47EA8BF6BF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385" y="691088"/>
            <a:ext cx="6844205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FE592F7-79AE-554A-AC7A-C9805B77FB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113" y="1762012"/>
            <a:ext cx="7868748" cy="1619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63C5D-8278-2F6F-259C-BA0F20BDD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318DD220-BB53-296E-E3A6-7002795913F9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B10B5E2-F74D-2BE0-C791-C5195F9212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357" y="828994"/>
            <a:ext cx="7944261" cy="3628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01353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7C007A2-3EEE-7FD8-848B-F20E2CD9D8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0154"/>
            <a:ext cx="9144000" cy="3726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67F1618-AA74-910F-F4D6-EFC9E89434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385" y="799088"/>
            <a:ext cx="6844205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2B02226-E1DF-043B-FF76-0019E01995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385" y="691088"/>
            <a:ext cx="6844205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DFFE7A5-4F5D-E2B7-E3C2-128AF85768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309" y="833185"/>
            <a:ext cx="8821381" cy="3620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B892F82-BD78-9BAE-C380-1EEBD6E32B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1300"/>
            <a:ext cx="9144000" cy="4263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6C1CF30-31A7-CADE-5987-BF1D9B53AC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5323"/>
            <a:ext cx="9144000" cy="3315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B115770-BB1F-EF78-019B-B929C19F31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0128"/>
            <a:ext cx="9144000" cy="34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828405A6-6663-981B-6621-84986BD5E42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gobernador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A8CDF2C-77CE-5BA2-4CA1-E586A428B5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24258"/>
            <a:ext cx="9144000" cy="3237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0249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AF6B1C9-BFD1-2DBE-F08E-7C68CF5A5F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48320"/>
            <a:ext cx="9144000" cy="4389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EBF18A-E5AE-8E53-34E0-8E063F792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5112E680-2395-4F78-0051-87A5EC221505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16D72B59-C499-4B61-7AAD-1A83B5270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0249" y="933450"/>
            <a:ext cx="5143500" cy="3419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8121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DFF6A8-5146-E5F2-074F-084FCC971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5250946C-99D0-0E60-607A-48C02ED03621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Opinión emitida por radioescuchas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E96AFEE-87C9-F300-BADC-BB1E201B38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761" y="356853"/>
            <a:ext cx="8153454" cy="4786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5737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4809</TotalTime>
  <Words>88</Words>
  <Application>Microsoft Office PowerPoint</Application>
  <PresentationFormat>Presentación en pantalla (16:9)</PresentationFormat>
  <Paragraphs>21</Paragraphs>
  <Slides>18</Slides>
  <Notes>7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2" baseType="lpstr">
      <vt:lpstr>Montserrat Black</vt:lpstr>
      <vt:lpstr>Arial</vt:lpstr>
      <vt:lpstr>Montserrat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498</cp:revision>
  <dcterms:modified xsi:type="dcterms:W3CDTF">2026-09-15T15:15:15Z</dcterms:modified>
</cp:coreProperties>
</file>