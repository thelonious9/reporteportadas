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280" r:id="rId16"/>
  </p:sldIdLst>
  <p:sldSz cx="9144000" cy="5143500" type="screen16x9"/>
  <p:notesSz cx="6858000" cy="9144000"/>
  <p:embeddedFontLst>
    <p:embeddedFont>
      <p:font typeface="Montserrat" pitchFamily="2" charset="0"/>
      <p:regular r:id="rId18"/>
      <p:bold r:id="rId19"/>
      <p:italic r:id="rId20"/>
      <p:boldItalic r:id="rId21"/>
    </p:embeddedFont>
    <p:embeddedFont>
      <p:font typeface="Montserrat Black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9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CDC5F27-358A-E7DA-DE66-5D484DAB0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271"/>
            <a:ext cx="9144000" cy="154752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950C6F-FAEE-CBB6-27C5-1E015C579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72" y="1812105"/>
            <a:ext cx="2853868" cy="332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DA8D9E0-7DBF-6ADB-3513-ECC1C4216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03795"/>
            <a:ext cx="4572000" cy="117624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5D4D05-910B-8D69-D1D0-FE8A69DCE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88" y="3277971"/>
            <a:ext cx="4522656" cy="165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D88C7A-C046-ED06-B4B5-249A50AF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131"/>
            <a:ext cx="9144000" cy="35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E4C57C-DEB7-34E4-5CFD-14EF6FDE0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13" y="529150"/>
            <a:ext cx="6301747" cy="46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A46E3E97-F985-128E-57FC-DBCF3CF4A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326"/>
            <a:ext cx="9144000" cy="15620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BA0BDC7-F032-AE32-B57E-78195956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375" y="1900292"/>
            <a:ext cx="4493113" cy="10664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E51B2F6-3CD4-4AAE-15D3-E8D3E1863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925" y="2966720"/>
            <a:ext cx="4487075" cy="176444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DD360CA-05CB-8278-6719-7F566A75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65" y="1513840"/>
            <a:ext cx="2854436" cy="362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B76088-4EF3-145D-9AED-35B3F023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523220"/>
            <a:ext cx="3532143" cy="3637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D945F1-B8E7-D136-5F09-3BF4AC84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08" y="514648"/>
            <a:ext cx="2934109" cy="30484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D848E69-F94B-EA67-DAB4-DA8D4C2A2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19491"/>
            <a:ext cx="4572000" cy="373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C81D65A-2145-6D77-1007-7CFB9BCE4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260" y="705081"/>
            <a:ext cx="4524740" cy="373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AA327B-7746-05A9-9787-78F4A8F49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714116"/>
            <a:ext cx="839269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7520B-FC57-D5D1-FC00-5D2571165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772"/>
            <a:ext cx="9144000" cy="44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0C18B-1BB5-9DAE-2162-4526F3DB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706"/>
            <a:ext cx="9144000" cy="32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0F2A4F-7BAF-9FC3-8A5E-9929A72D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625"/>
            <a:ext cx="9144000" cy="36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C797CC-67B3-C49F-567D-94745CD2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520"/>
            <a:ext cx="9144000" cy="34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0FCF9A-C243-106E-9DD3-8780C6D6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584"/>
            <a:ext cx="9144000" cy="271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40DE82-FF8E-8740-8EA6-89B870B7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592"/>
            <a:ext cx="9144000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BD0867-6E1A-BF40-FCDB-A6B530D7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337825"/>
            <a:ext cx="5772956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3019</TotalTime>
  <Words>78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296</cp:revision>
  <dcterms:modified xsi:type="dcterms:W3CDTF">2026-03-10T17:55:43Z</dcterms:modified>
</cp:coreProperties>
</file>