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7"/>
  </p:notesMasterIdLst>
  <p:sldIdLst>
    <p:sldId id="350" r:id="rId2"/>
    <p:sldId id="365" r:id="rId3"/>
    <p:sldId id="352" r:id="rId4"/>
    <p:sldId id="393" r:id="rId5"/>
    <p:sldId id="378" r:id="rId6"/>
    <p:sldId id="394" r:id="rId7"/>
    <p:sldId id="395" r:id="rId8"/>
    <p:sldId id="396" r:id="rId9"/>
    <p:sldId id="388" r:id="rId10"/>
    <p:sldId id="351" r:id="rId11"/>
    <p:sldId id="369" r:id="rId12"/>
    <p:sldId id="361" r:id="rId13"/>
    <p:sldId id="371" r:id="rId14"/>
    <p:sldId id="384" r:id="rId15"/>
    <p:sldId id="280" r:id="rId16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8"/>
      <p:bold r:id="rId19"/>
      <p:italic r:id="rId20"/>
      <p:boldItalic r:id="rId21"/>
    </p:embeddedFont>
    <p:embeddedFont>
      <p:font typeface="Montserrat Black" panose="00000A00000000000000" pitchFamily="2" charset="0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D8FB4-E321-0E01-8262-6CF75FF3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992D699-CFB9-7D9E-96EA-B379B7F5A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55D00D-F622-9591-B42F-DD768852A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466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>
                <a:solidFill>
                  <a:srgbClr val="D8AB72"/>
                </a:solidFill>
              </a:rPr>
              <a:t>29</a:t>
            </a:r>
            <a:r>
              <a:rPr kumimoji="0" lang="es-MX" sz="1600" b="0" i="0" u="none" strike="noStrike" kern="0" cap="none" spc="0" normalizeH="0" baseline="0" noProof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 </a:t>
            </a:r>
            <a:r>
              <a:rPr lang="es-MX" sz="1600" dirty="0">
                <a:solidFill>
                  <a:srgbClr val="D8AB72"/>
                </a:solidFill>
              </a:rPr>
              <a:t> de mayo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09C4047-8F86-9ECB-CB34-03BAADAC7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3720"/>
            <a:ext cx="9144000" cy="341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28BD6CC-A976-B1D2-7B70-FDDCB7B39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22833"/>
            <a:ext cx="9144000" cy="2440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15B23-9219-C74D-1B93-EB466FF5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5272FFEB-F79A-B289-E2B0-F9E2F92695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271B8CB-D17A-A7CD-3882-28C7B24C5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866" y="536620"/>
            <a:ext cx="8359244" cy="421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91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51F025B-D0A5-C757-03A4-AEAFADD4F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259" y="1747722"/>
            <a:ext cx="5601482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895CBB-7EDA-678C-3FCC-2B16BA897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1286EB35-EF9C-CD29-A384-54A2E32DDA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E9F82EA-30D3-921E-A05C-66A5B8EA8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9909"/>
            <a:ext cx="9144000" cy="3403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205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C1EBBA-92C3-5476-C1AF-7F36B78D3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883E10B7-5306-FB47-3253-891CB7DAD4C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006F397-5FC3-7307-50F9-5FFF1482D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940"/>
            <a:ext cx="4535488" cy="345649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38A6E4A-8790-C699-7570-6496A5212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512" y="914940"/>
            <a:ext cx="4535488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221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20EC88FD-15B2-677D-05EF-322F29B5CBF5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3934BDE-9540-D708-9943-5ABC2AC91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8834"/>
            <a:ext cx="9144000" cy="294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487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BDC7DC0-257C-2933-2506-715547309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27402"/>
            <a:ext cx="9144000" cy="3488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9C6B1BD-149D-E0BE-1430-648658C12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5" y="1348462"/>
            <a:ext cx="9144000" cy="2589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5A63B61-19C3-6270-3957-A092F0B87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8747"/>
            <a:ext cx="9144000" cy="3288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FCA8D02-301B-9D98-B02A-DA17281DD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1774"/>
            <a:ext cx="9144000" cy="2762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9D7E658-F0C1-5D0B-A444-DD4311966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03321"/>
            <a:ext cx="9144000" cy="387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CA6E3AA-9467-5FF2-A182-F9C74DF835BA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Información emitida por radioescuchas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F57E3E3-FF83-1504-9B59-6C0A5859B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0168"/>
            <a:ext cx="9144000" cy="306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88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4013</TotalTime>
  <Words>67</Words>
  <Application>Microsoft Office PowerPoint</Application>
  <PresentationFormat>Presentación en pantalla (16:9)</PresentationFormat>
  <Paragraphs>18</Paragraphs>
  <Slides>15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Montserrat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384</cp:revision>
  <dcterms:modified xsi:type="dcterms:W3CDTF">2026-05-30T00:31:48Z</dcterms:modified>
</cp:coreProperties>
</file>