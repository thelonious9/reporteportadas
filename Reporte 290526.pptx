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365" r:id="rId3"/>
    <p:sldId id="352" r:id="rId4"/>
    <p:sldId id="393" r:id="rId5"/>
    <p:sldId id="378" r:id="rId6"/>
    <p:sldId id="394" r:id="rId7"/>
    <p:sldId id="395" r:id="rId8"/>
    <p:sldId id="398" r:id="rId9"/>
    <p:sldId id="396" r:id="rId10"/>
    <p:sldId id="388" r:id="rId11"/>
    <p:sldId id="351" r:id="rId12"/>
    <p:sldId id="369" r:id="rId13"/>
    <p:sldId id="361" r:id="rId14"/>
    <p:sldId id="371" r:id="rId15"/>
    <p:sldId id="384" r:id="rId16"/>
    <p:sldId id="280" r:id="rId17"/>
  </p:sldIdLst>
  <p:sldSz cx="9144000" cy="5143500" type="screen16x9"/>
  <p:notesSz cx="6858000" cy="9144000"/>
  <p:embeddedFontLst>
    <p:embeddedFont>
      <p:font typeface="Montserrat" pitchFamily="2" charset="0"/>
      <p:regular r:id="rId19"/>
      <p:bold r:id="rId20"/>
      <p:italic r:id="rId21"/>
      <p:boldItalic r:id="rId22"/>
    </p:embeddedFont>
    <p:embeddedFont>
      <p:font typeface="Montserrat Black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988" y="52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>
                <a:solidFill>
                  <a:srgbClr val="D8AB72"/>
                </a:solidFill>
              </a:rPr>
              <a:t>29</a:t>
            </a:r>
            <a:r>
              <a:rPr kumimoji="0" lang="es-MX" sz="1600" b="0" i="0" u="none" strike="noStrike" kern="0" cap="none" spc="0" normalizeH="0" baseline="0" noProof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</a:t>
            </a:r>
            <a:r>
              <a:rPr lang="es-MX" sz="1600" dirty="0">
                <a:solidFill>
                  <a:srgbClr val="D8AB72"/>
                </a:solidFill>
              </a:rPr>
              <a:t> de mayo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7922F3B-B2B5-D150-1BE4-D2B92A8E4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7562"/>
            <a:ext cx="9144000" cy="3391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CCF3EAF-ED5C-6EDC-BAD1-60B1797F1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9901"/>
            <a:ext cx="9144000" cy="2443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7BE605F-A919-0A61-BB10-11A6EB8DD9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28" y="657664"/>
            <a:ext cx="7878920" cy="3971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D98D21A-1F4B-B9FD-67E1-56A31EAAF7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520" y="885589"/>
            <a:ext cx="7944959" cy="3372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95CBB-7EDA-678C-3FCC-2B16BA897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1286EB35-EF9C-CD29-A384-54A2E32DDA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DC0565A-8D0A-9CFA-4A9A-605B0B5A6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7003"/>
            <a:ext cx="9144000" cy="3392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205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C1EBBA-92C3-5476-C1AF-7F36B78D3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883E10B7-5306-FB47-3253-891CB7DAD4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EF02DCC-5BAC-5803-2466-31A3D0E40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09752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221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7584ED-2DC3-D0E5-87FA-871BE6FA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0AED95D-00EA-CC3A-DBC4-6C4B48A78E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20B718C-2662-D93B-50CB-62D9A4DB2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67" y="762064"/>
            <a:ext cx="7464642" cy="376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443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20EC88FD-15B2-677D-05EF-322F29B5CBF5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D2F32EE-E7B0-6751-FA22-7D8C0CD4A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757" y="1728670"/>
            <a:ext cx="7954485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487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696A835-FB14-EC1D-1CA2-1DEDEB19EE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3759"/>
            <a:ext cx="9144000" cy="391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EA6B458-720B-ECC7-DD46-AFD5E02D0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4630"/>
            <a:ext cx="9144000" cy="297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B2E4A9D-797C-B5F7-7C10-E690AFCE6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979021"/>
            <a:ext cx="9144000" cy="332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CAF6DA4-66D9-69CC-85A0-21A11BC8B0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2585"/>
            <a:ext cx="9144000" cy="3078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04986A9-EDEF-DCB1-F396-98A3A6A6C4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3629"/>
            <a:ext cx="9144000" cy="4076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CA6E3AA-9467-5FF2-A182-F9C74DF835BA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Información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74A5930-A970-F491-7590-C5A371060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102" y="280675"/>
            <a:ext cx="6922771" cy="486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88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4009</TotalTime>
  <Words>68</Words>
  <Application>Microsoft Office PowerPoint</Application>
  <PresentationFormat>Presentación en pantalla (16:9)</PresentationFormat>
  <Paragraphs>19</Paragraphs>
  <Slides>16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</vt:lpstr>
      <vt:lpstr>Montserrat Black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383</cp:revision>
  <dcterms:modified xsi:type="dcterms:W3CDTF">2026-05-29T18:54:11Z</dcterms:modified>
</cp:coreProperties>
</file>