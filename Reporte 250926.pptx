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415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>
                <a:solidFill>
                  <a:srgbClr val="D8AB72"/>
                </a:solidFill>
              </a:rPr>
              <a:t>25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0F1C2F-D48D-195C-EF4A-9CA53BEFA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0142"/>
            <a:ext cx="9144000" cy="370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FB44AE5-5E2A-4B1B-8EB3-7E461E1EB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8717"/>
            <a:ext cx="9144000" cy="2808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61C03A5-7F94-6BA5-C1DA-778F3B9AD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D24092F-FC2F-038F-C2F6-FFD106724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62" y="909638"/>
            <a:ext cx="8753475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9CF2485-2715-672B-8A2F-19F1EA93E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5934"/>
            <a:ext cx="9144000" cy="373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B1A3322-77B7-CFE1-524F-C6A0BBB22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954107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CF2AEFC-5958-E881-5542-80DEFA54D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5D0707-D0BC-4961-97D9-EB6795015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63" y="1090396"/>
            <a:ext cx="7878274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52C8CBD-6527-FF11-9A19-39864D354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4587"/>
            <a:ext cx="9144000" cy="3817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19109F-B64C-2C8A-5B2F-9123081F0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411"/>
            <a:ext cx="9144000" cy="2959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DA0C24-F1D0-7195-2439-206AF7887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8358"/>
            <a:ext cx="9144000" cy="4149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596AAD3-9BDC-393F-A629-C73FF5872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4807"/>
            <a:ext cx="9144000" cy="297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09E711B-CF25-098D-A05D-EEC589CB6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1693"/>
            <a:ext cx="9144000" cy="438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F3E00F-4662-7B61-5688-31A4A1304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12" y="684484"/>
            <a:ext cx="9144000" cy="3917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EF019-10BB-36A5-29AB-AF890C99C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ED7BEEB-1D81-4758-2881-53D2F1769A40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9F009F-A13E-584A-D8E0-A5930D8EC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4" y="719138"/>
            <a:ext cx="569595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345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4862</TotalTime>
  <Words>81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510</cp:revision>
  <dcterms:modified xsi:type="dcterms:W3CDTF">2026-09-25T14:52:46Z</dcterms:modified>
</cp:coreProperties>
</file>