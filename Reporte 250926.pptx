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415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>
                <a:solidFill>
                  <a:srgbClr val="D8AB72"/>
                </a:solidFill>
              </a:rPr>
              <a:t>25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0F1C2F-D48D-195C-EF4A-9CA53BEFA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142"/>
            <a:ext cx="9144000" cy="37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B44AE5-5E2A-4B1B-8EB3-7E461E1EB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8717"/>
            <a:ext cx="9144000" cy="280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61C03A5-7F94-6BA5-C1DA-778F3B9AD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24092F-FC2F-038F-C2F6-FFD106724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909638"/>
            <a:ext cx="87534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CF2485-2715-672B-8A2F-19F1EA93E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934"/>
            <a:ext cx="9144000" cy="373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1A3322-77B7-CFE1-524F-C6A0BBB2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954107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F2AEFC-5958-E881-5542-80DEFA54D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5D0707-D0BC-4961-97D9-EB6795015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63" y="1090396"/>
            <a:ext cx="7878274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91EC6E-315B-B95F-E2AE-37075A65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739036"/>
            <a:ext cx="9144000" cy="380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3F7A71-8E00-2197-C724-AB547A85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897"/>
            <a:ext cx="9144000" cy="30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27A404-7CB1-C3A9-F35D-7DE66BB3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39"/>
            <a:ext cx="9144000" cy="412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B702B5-7F94-0583-6EE4-BB42B189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732"/>
            <a:ext cx="9144000" cy="298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DCE994-E020-A181-FD22-3CCDB7A2C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468"/>
            <a:ext cx="9144000" cy="433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104F9A-D558-8AA2-F3EE-BF61BFED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0669"/>
            <a:ext cx="9144000" cy="390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EF019-10BB-36A5-29AB-AF890C99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ED7BEEB-1D81-4758-2881-53D2F1769A4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740A1D-6AF0-82B0-F6DB-19304958D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1" y="685800"/>
            <a:ext cx="57054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45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4866</TotalTime>
  <Words>81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511</cp:revision>
  <dcterms:modified xsi:type="dcterms:W3CDTF">2026-09-25T22:57:45Z</dcterms:modified>
</cp:coreProperties>
</file>