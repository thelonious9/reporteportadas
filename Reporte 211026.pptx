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415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414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1DCC5-B2AB-2DA8-A87C-967A6A93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DA3127-39F1-CFF5-5FC4-6BF07966E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50FA763-1C14-A29B-1053-4BF021D03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35486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21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E2D941-B4E3-372C-6134-F9234A114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9611"/>
            <a:ext cx="9144000" cy="342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18FC61-BE0D-F6E0-7101-99FC2F8F6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5483"/>
            <a:ext cx="9144000" cy="248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137BD2A-EBE8-5761-F073-7DA92E2A4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168196-F47B-863B-C3C7-86F0DF75E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1866900"/>
            <a:ext cx="79724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894D-674F-2C00-56A0-251BD983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548EACF-A16D-4D84-554A-F9FDD7520F8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82827B-2168-D02F-23F2-2AA587C85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4" y="995363"/>
            <a:ext cx="801052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51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C4BF51C-6A5C-394F-F3BC-8B57A8D59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9724"/>
            <a:ext cx="9144000" cy="344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AD5E7B-4153-2B0F-BFA3-B0736DEF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54107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156D4B-DB5F-54A6-0CD1-498B212E7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1D922F-0A41-45B1-F964-DCB03CF69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057275"/>
            <a:ext cx="80200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0EADD2D-C076-1BE6-D96C-7FB5A679F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1036"/>
            <a:ext cx="9144000" cy="352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EAE4BA-BA48-6E28-0ECC-1A9FE3BA7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3547"/>
            <a:ext cx="9144000" cy="269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013126-FA36-601A-007A-6F1DAB13F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347"/>
            <a:ext cx="9144000" cy="37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136F35-4EBE-D734-ED43-6912065BF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4311"/>
            <a:ext cx="9144000" cy="279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ECE25-AC21-A7D3-5461-977DF57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866DD6-383B-7387-A9D4-E1185B62D9D3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Impactos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4937C8-1E0D-EC89-4E3A-AFC585918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0901"/>
            <a:ext cx="9144000" cy="378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8281C81-04DC-3C59-5B11-949D7B25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41" y="364105"/>
            <a:ext cx="6835293" cy="477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4988</TotalTime>
  <Words>82</Words>
  <Application>Microsoft Office PowerPoint</Application>
  <PresentationFormat>Presentación en pantalla (16:9)</PresentationFormat>
  <Paragraphs>20</Paragraphs>
  <Slides>17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544</cp:revision>
  <dcterms:modified xsi:type="dcterms:W3CDTF">2026-10-21T15:45:56Z</dcterms:modified>
</cp:coreProperties>
</file>