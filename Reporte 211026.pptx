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5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414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1DCC5-B2AB-2DA8-A87C-967A6A93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DA3127-39F1-CFF5-5FC4-6BF07966E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0FA763-1C14-A29B-1053-4BF021D03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35486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21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E2D941-B4E3-372C-6134-F9234A114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9611"/>
            <a:ext cx="9144000" cy="342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18FC61-BE0D-F6E0-7101-99FC2F8F6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65483"/>
            <a:ext cx="9144000" cy="248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137BD2A-EBE8-5761-F073-7DA92E2A4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168196-F47B-863B-C3C7-86F0DF75E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75" y="1866900"/>
            <a:ext cx="7972425" cy="155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894D-674F-2C00-56A0-251BD983B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5548EACF-A16D-4D84-554A-F9FDD7520F8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B82827B-2168-D02F-23F2-2AA587C85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24" y="995363"/>
            <a:ext cx="8010525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951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C4BF51C-6A5C-394F-F3BC-8B57A8D59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9724"/>
            <a:ext cx="9144000" cy="344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7AD5E7B-4153-2B0F-BFA3-B0736DEF9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4156D4B-DB5F-54A6-0CD1-498B212E7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81D922F-0A41-45B1-F964-DCB03CF69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1057275"/>
            <a:ext cx="8020050" cy="15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FF646E-5055-D5B0-F7EB-E7D8C4110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503"/>
            <a:ext cx="9144000" cy="3399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315A375-44CD-BE74-C4EF-39D548900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694"/>
            <a:ext cx="9144000" cy="2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D24F89-D9F4-C70F-5D32-EECF830D2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253"/>
            <a:ext cx="9144000" cy="368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00846D5-346E-DFB3-EF4F-DF3B7AE43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900"/>
            <a:ext cx="9144000" cy="2846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7F92DA-B3B9-8066-49EA-9A91478EC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8348"/>
            <a:ext cx="9144000" cy="4089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1E794F-176E-4E5F-C775-9F19D43FD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3551"/>
            <a:ext cx="9144000" cy="402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4990</TotalTime>
  <Words>82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545</cp:revision>
  <dcterms:modified xsi:type="dcterms:W3CDTF">2026-10-21T23:06:38Z</dcterms:modified>
</cp:coreProperties>
</file>