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17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F137E2-06CC-A23B-C739-52D5CBCEB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7841"/>
            <a:ext cx="9144000" cy="339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78FC8FA-B0C8-D611-F836-EE7503A7A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3889"/>
            <a:ext cx="9144000" cy="245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7D08A58-055D-83F5-A37C-A4E7A69EA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9F472D-D6DE-B83E-A4B5-C9098199A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39" y="1180896"/>
            <a:ext cx="8030696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986BD78-D11D-77B5-8845-BF9D3302C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8623"/>
            <a:ext cx="9144000" cy="341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708BF77-28C6-DCE6-69AB-59153B77A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C7DEA0-F7A5-2874-B3C3-A1FEEE8D3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3C01EE-6710-DFBF-FCA7-1CA1806C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773" y="1695318"/>
            <a:ext cx="3953427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64A018-02F0-50CF-724E-DF59DFB4D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857329"/>
            <a:ext cx="9144000" cy="357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A05A1E-8172-6E63-66C4-D8ACC47E8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1244"/>
            <a:ext cx="9144000" cy="260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33C39C-103B-E27A-BC97-7A947C712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2926"/>
            <a:ext cx="9144000" cy="370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2FB522-49A8-FC0D-2A0D-A006B1478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2813"/>
            <a:ext cx="9144000" cy="278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6DD75F-9EC2-1D20-00D7-F0CD70F04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169"/>
            <a:ext cx="9144000" cy="390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E82866-BB63-562A-D7EB-5F6A97059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101"/>
            <a:ext cx="9144000" cy="421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4557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466</cp:revision>
  <dcterms:modified xsi:type="dcterms:W3CDTF">2026-08-18T00:12:51Z</dcterms:modified>
</cp:coreProperties>
</file>