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0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17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F137E2-06CC-A23B-C739-52D5CBCEB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7841"/>
            <a:ext cx="9144000" cy="3390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78FC8FA-B0C8-D611-F836-EE7503A7A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3889"/>
            <a:ext cx="9144000" cy="2458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7D08A58-055D-83F5-A37C-A4E7A69EA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69F472D-D6DE-B83E-A4B5-C9098199A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139" y="1180896"/>
            <a:ext cx="8030696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986BD78-D11D-77B5-8845-BF9D3302C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8623"/>
            <a:ext cx="9144000" cy="341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708BF77-28C6-DCE6-69AB-59153B77A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AC7DEA0-F7A5-2874-B3C3-A1FEEE8D3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83C01EE-6710-DFBF-FCA7-1CA1806C5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773" y="1695318"/>
            <a:ext cx="3953427" cy="18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DDA17-C1DA-C6CB-E8E0-6F9F21DE4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104"/>
            <a:ext cx="9144000" cy="360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F90928-95C3-C54E-F73A-F870EE2F5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104"/>
            <a:ext cx="9144000" cy="360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48727C-CF19-E96D-C4B7-BA9614178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0682"/>
            <a:ext cx="9144000" cy="324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50A66D-F091-9D70-AB6C-C3677C4E3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8185"/>
            <a:ext cx="9144000" cy="273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C897E75-405E-F19A-E9C6-92BB30DA8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884"/>
            <a:ext cx="9144000" cy="410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AF03177-6A88-D824-6CEC-940BAF8DA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61" y="1119188"/>
            <a:ext cx="3800475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CA33EAF-4258-A1CC-18C8-6CCBB852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98" y="1252344"/>
            <a:ext cx="7554379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4554</TotalTime>
  <Words>79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465</cp:revision>
  <dcterms:modified xsi:type="dcterms:W3CDTF">2026-08-17T16:18:32Z</dcterms:modified>
</cp:coreProperties>
</file>