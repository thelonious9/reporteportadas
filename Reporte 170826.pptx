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1" r:id="rId13"/>
    <p:sldId id="412" r:id="rId14"/>
    <p:sldId id="371" r:id="rId15"/>
    <p:sldId id="410" r:id="rId16"/>
    <p:sldId id="413" r:id="rId17"/>
    <p:sldId id="280" r:id="rId18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0"/>
      <p:bold r:id="rId21"/>
      <p:italic r:id="rId22"/>
      <p:boldItalic r:id="rId23"/>
    </p:embeddedFont>
    <p:embeddedFont>
      <p:font typeface="Montserrat Black" panose="00000A00000000000000" pitchFamily="2" charset="0"/>
      <p:bold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14</a:t>
            </a:r>
            <a:r>
              <a:rPr lang="es-MX" sz="1600" dirty="0">
                <a:solidFill>
                  <a:srgbClr val="D8AB72"/>
                </a:solidFill>
              </a:rPr>
              <a:t> de agosto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E491FB3-5A2D-D429-E608-CE5A06AD3A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6512" y="929619"/>
            <a:ext cx="9144000" cy="3427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B060FFE-2014-7E7D-11B7-788F7F0D28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22496"/>
            <a:ext cx="9144000" cy="2441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05A78A1-1B48-401F-E1A2-D01FA96E3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314" y="639664"/>
            <a:ext cx="7950347" cy="4007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8528215-3D9E-1EE7-FB86-9C0C74A4D0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9283" y="707587"/>
            <a:ext cx="5132408" cy="387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281D56F-57D3-FD3B-B949-2CD757D901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80658"/>
            <a:ext cx="9144000" cy="2441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9C1CCAA9-301C-8B36-8E65-297723B1C0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112FEE0C-77F0-AE11-E4A8-C891897998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43F8905-0C13-0CEC-1F04-79293DCEF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7022" y="1509564"/>
            <a:ext cx="5229955" cy="2124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C3DDA17-C1DA-C6CB-E8E0-6F9F21DE4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41104"/>
            <a:ext cx="9144000" cy="3604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AF90928-95C3-C54E-F73A-F870EE2F5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41104"/>
            <a:ext cx="9144000" cy="3604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848727C-CF19-E96D-C4B7-BA96141780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20682"/>
            <a:ext cx="9144000" cy="3245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450A66D-F091-9D70-AB6C-C3677C4E3F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8185"/>
            <a:ext cx="9144000" cy="2730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9C897E75-405E-F19A-E9C6-92BB30DA8B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92884"/>
            <a:ext cx="9144000" cy="4100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F2AF5B-2834-1C0B-9725-5773781D8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E338F291-9C8E-D1F6-530E-8861F8F8369D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AF03177-6A88-D824-6CEC-940BAF8DA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61" y="1119188"/>
            <a:ext cx="3800475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5189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CA33EAF-4258-A1CC-18C8-6CCBB852B5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98" y="1252344"/>
            <a:ext cx="7554379" cy="2781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4527</TotalTime>
  <Words>79</Words>
  <Application>Microsoft Office PowerPoint</Application>
  <PresentationFormat>Presentación en pantalla (16:9)</PresentationFormat>
  <Paragraphs>20</Paragraphs>
  <Slides>17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Arial</vt:lpstr>
      <vt:lpstr>Montserrat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464</cp:revision>
  <dcterms:modified xsi:type="dcterms:W3CDTF">2026-08-15T00:34:02Z</dcterms:modified>
</cp:coreProperties>
</file>