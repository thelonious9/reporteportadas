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2" r:id="rId1"/>
  </p:sldMasterIdLst>
  <p:notesMasterIdLst>
    <p:notesMasterId r:id="rId15"/>
  </p:notesMasterIdLst>
  <p:sldIdLst>
    <p:sldId id="350" r:id="rId2"/>
    <p:sldId id="352" r:id="rId3"/>
    <p:sldId id="365" r:id="rId4"/>
    <p:sldId id="378" r:id="rId5"/>
    <p:sldId id="281" r:id="rId6"/>
    <p:sldId id="351" r:id="rId7"/>
    <p:sldId id="369" r:id="rId8"/>
    <p:sldId id="361" r:id="rId9"/>
    <p:sldId id="371" r:id="rId10"/>
    <p:sldId id="370" r:id="rId11"/>
    <p:sldId id="379" r:id="rId12"/>
    <p:sldId id="380" r:id="rId13"/>
    <p:sldId id="280" r:id="rId14"/>
  </p:sldIdLst>
  <p:sldSz cx="9144000" cy="5143500" type="screen16x9"/>
  <p:notesSz cx="6858000" cy="9144000"/>
  <p:embeddedFontLst>
    <p:embeddedFont>
      <p:font typeface="Montserrat" panose="00000500000000000000" pitchFamily="2" charset="0"/>
      <p:regular r:id="rId16"/>
      <p:bold r:id="rId17"/>
      <p:italic r:id="rId18"/>
      <p:boldItalic r:id="rId19"/>
    </p:embeddedFont>
    <p:embeddedFont>
      <p:font typeface="Montserrat Black" panose="00000A00000000000000" pitchFamily="2" charset="0"/>
      <p:bold r:id="rId20"/>
      <p:italic r:id="rId21"/>
      <p:boldItalic r:id="rId22"/>
    </p:embeddedFont>
    <p:embeddedFont>
      <p:font typeface="Segoe UI" panose="020B0502040204020203" pitchFamily="34" charset="0"/>
      <p:regular r:id="rId23"/>
      <p:bold r:id="rId24"/>
      <p:italic r:id="rId25"/>
      <p:boldItalic r:id="rId26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65" userDrawn="1">
          <p15:clr>
            <a:srgbClr val="A4A3A4"/>
          </p15:clr>
        </p15:guide>
        <p15:guide id="2" pos="2857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AD30198-60FD-D96C-7EFF-04ABEB9B0931}" name="Usuario invitado" initials="Ui" userId="Usuario invitado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4F6F8"/>
    <a:srgbClr val="3A3A3A"/>
    <a:srgbClr val="691B31"/>
    <a:srgbClr val="D8AB72"/>
    <a:srgbClr val="B28D5E"/>
    <a:srgbClr val="DBC6A0"/>
    <a:srgbClr val="F6E3C5"/>
    <a:srgbClr val="BC955B"/>
    <a:srgbClr val="EEEEEE"/>
    <a:srgbClr val="CBCAC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31682E8D-AFAE-4055-8BED-796683ABB225}">
  <a:tblStyle styleId="{31682E8D-AFAE-4055-8BED-796683ABB225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24" d="100"/>
          <a:sy n="124" d="100"/>
        </p:scale>
        <p:origin x="1146" y="330"/>
      </p:cViewPr>
      <p:guideLst>
        <p:guide orient="horz" pos="1665"/>
        <p:guide pos="2857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3.fntdata"/><Relationship Id="rId26" Type="http://schemas.openxmlformats.org/officeDocument/2006/relationships/font" Target="fonts/font11.fntdata"/><Relationship Id="rId3" Type="http://schemas.openxmlformats.org/officeDocument/2006/relationships/slide" Target="slides/slide2.xml"/><Relationship Id="rId21" Type="http://schemas.openxmlformats.org/officeDocument/2006/relationships/font" Target="fonts/font6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2.fntdata"/><Relationship Id="rId25" Type="http://schemas.openxmlformats.org/officeDocument/2006/relationships/font" Target="fonts/font10.fntdata"/><Relationship Id="rId2" Type="http://schemas.openxmlformats.org/officeDocument/2006/relationships/slide" Target="slides/slide1.xml"/><Relationship Id="rId16" Type="http://schemas.openxmlformats.org/officeDocument/2006/relationships/font" Target="fonts/font1.fntdata"/><Relationship Id="rId20" Type="http://schemas.openxmlformats.org/officeDocument/2006/relationships/font" Target="fonts/font5.fntdata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9.fntdata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23" Type="http://schemas.openxmlformats.org/officeDocument/2006/relationships/font" Target="fonts/font8.fntdata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font" Target="fonts/font4.fntdata"/><Relationship Id="rId31" Type="http://schemas.microsoft.com/office/2018/10/relationships/authors" Target="author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7.fntdata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221647252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156335829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14864f70b6d_0_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" name="Google Shape;107;g14864f70b6d_0_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2448195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1_Section header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oogle Shape;12;p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1264"/>
            <a:ext cx="9143999" cy="5142236"/>
          </a:xfrm>
          <a:prstGeom prst="rect">
            <a:avLst/>
          </a:prstGeom>
          <a:noFill/>
          <a:ln>
            <a:noFill/>
          </a:ln>
        </p:spPr>
      </p:pic>
      <p:sp>
        <p:nvSpPr>
          <p:cNvPr id="13" name="Google Shape;13;p3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647" cy="393801"/>
          </a:xfrm>
          <a:prstGeom prst="rect">
            <a:avLst/>
          </a:prstGeom>
        </p:spPr>
        <p:txBody>
          <a:bodyPr spcFirstLastPara="1" wrap="square" lIns="159150" tIns="159150" rIns="159150" bIns="159150" anchor="t" anchorCtr="0">
            <a:normAutofit/>
          </a:bodyPr>
          <a:lstStyle>
            <a:lvl1pPr lvl="0">
              <a:buNone/>
              <a:defRPr sz="1074"/>
            </a:lvl1pPr>
            <a:lvl2pPr lvl="1">
              <a:buNone/>
              <a:defRPr sz="1074"/>
            </a:lvl2pPr>
            <a:lvl3pPr lvl="2">
              <a:buNone/>
              <a:defRPr sz="1074"/>
            </a:lvl3pPr>
            <a:lvl4pPr lvl="3">
              <a:buNone/>
              <a:defRPr sz="1074"/>
            </a:lvl4pPr>
            <a:lvl5pPr lvl="4">
              <a:buNone/>
              <a:defRPr sz="1074"/>
            </a:lvl5pPr>
            <a:lvl6pPr lvl="5">
              <a:buNone/>
              <a:defRPr sz="1074"/>
            </a:lvl6pPr>
            <a:lvl7pPr lvl="6">
              <a:buNone/>
              <a:defRPr sz="1074"/>
            </a:lvl7pPr>
            <a:lvl8pPr lvl="7">
              <a:buNone/>
              <a:defRPr sz="1074"/>
            </a:lvl8pPr>
            <a:lvl9pPr lvl="8">
              <a:buNone/>
              <a:defRPr sz="1074"/>
            </a:lvl9pPr>
          </a:lstStyle>
          <a:p>
            <a:fld id="{00000000-1234-1234-1234-123412341234}" type="slidenum">
              <a:rPr lang="es-419" smtClean="0"/>
              <a:pPr/>
              <a:t>‹Nº›</a:t>
            </a:fld>
            <a:endParaRPr lang="es-419"/>
          </a:p>
        </p:txBody>
      </p:sp>
    </p:spTree>
    <p:extLst>
      <p:ext uri="{BB962C8B-B14F-4D97-AF65-F5344CB8AC3E}">
        <p14:creationId xmlns:p14="http://schemas.microsoft.com/office/powerpoint/2010/main" val="14457691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73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EB63C1ED-1A4B-E4D8-BBCB-DD9BCB7C36B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>
            <a:normAutofit fontScale="55000" lnSpcReduction="20000"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00000000-1234-1234-1234-123412341234}" type="slidenum">
              <a:rPr kumimoji="0" lang="es-419" sz="1074" b="0" i="0" u="none" strike="noStrike" kern="0" cap="none" spc="0" normalizeH="0" baseline="0" noProof="0" smtClean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1</a:t>
            </a:fld>
            <a:endParaRPr kumimoji="0" lang="es-419" sz="1074" b="0" i="0" u="none" strike="noStrike" kern="0" cap="none" spc="0" normalizeH="0" baseline="0" noProof="0" dirty="0">
              <a:ln>
                <a:noFill/>
              </a:ln>
              <a:solidFill>
                <a:srgbClr val="595959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4" name="Google Shape;101;p27">
            <a:extLst>
              <a:ext uri="{FF2B5EF4-FFF2-40B4-BE49-F238E27FC236}">
                <a16:creationId xmlns:a16="http://schemas.microsoft.com/office/drawing/2014/main" id="{18C1BF8B-A9D3-CA16-8B39-9E27229A586D}"/>
              </a:ext>
            </a:extLst>
          </p:cNvPr>
          <p:cNvSpPr txBox="1"/>
          <p:nvPr/>
        </p:nvSpPr>
        <p:spPr>
          <a:xfrm>
            <a:off x="542235" y="2200528"/>
            <a:ext cx="8059529" cy="6301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1425" tIns="51425" rIns="51425" bIns="51425" anchor="t" anchorCtr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2400" b="0" i="0" u="none" strike="noStrike" kern="0" cap="none" spc="0" normalizeH="0" baseline="0" noProof="0" dirty="0">
                <a:ln>
                  <a:noFill/>
                </a:ln>
                <a:solidFill>
                  <a:srgbClr val="691B31"/>
                </a:solidFill>
                <a:effectLst/>
                <a:uLnTx/>
                <a:uFillTx/>
                <a:latin typeface="Montserrat Black"/>
                <a:ea typeface="Montserrat Black"/>
                <a:cs typeface="Montserrat Black"/>
                <a:sym typeface="Montserrat Black"/>
              </a:rPr>
              <a:t>Reporte impresos,  radio y tv local. </a:t>
            </a:r>
          </a:p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400" b="1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"/>
                <a:ea typeface="Montserrat"/>
                <a:cs typeface="Montserrat"/>
                <a:sym typeface="Montserrat"/>
              </a:rPr>
              <a:t>Gobernador, secretarías y dependencias</a:t>
            </a:r>
            <a:endParaRPr kumimoji="0" lang="es-MX" sz="2000" b="1" i="0" u="none" strike="noStrike" kern="0" cap="none" spc="0" normalizeH="0" baseline="0" noProof="0" dirty="0">
              <a:ln>
                <a:noFill/>
              </a:ln>
              <a:solidFill>
                <a:srgbClr val="D8AB72"/>
              </a:solidFill>
              <a:effectLst/>
              <a:uLnTx/>
              <a:uFillTx/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F8F99902-E806-65F7-B1B2-5BFEE3D764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9408" y="598169"/>
            <a:ext cx="2724918" cy="1203962"/>
          </a:xfrm>
          <a:prstGeom prst="rect">
            <a:avLst/>
          </a:prstGeom>
        </p:spPr>
      </p:pic>
      <p:sp>
        <p:nvSpPr>
          <p:cNvPr id="3" name="CuadroTexto 2">
            <a:extLst>
              <a:ext uri="{FF2B5EF4-FFF2-40B4-BE49-F238E27FC236}">
                <a16:creationId xmlns:a16="http://schemas.microsoft.com/office/drawing/2014/main" id="{3A420959-05AA-86D7-CF62-D891272906E0}"/>
              </a:ext>
            </a:extLst>
          </p:cNvPr>
          <p:cNvSpPr txBox="1"/>
          <p:nvPr/>
        </p:nvSpPr>
        <p:spPr>
          <a:xfrm>
            <a:off x="4171949" y="3858202"/>
            <a:ext cx="4384835" cy="5470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1425" tIns="51425" rIns="51425" bIns="5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indent="0" algn="ctr">
              <a:lnSpc>
                <a:spcPct val="90000"/>
              </a:lnSpc>
              <a:buNone/>
              <a:defRPr sz="3800">
                <a:solidFill>
                  <a:srgbClr val="691B31"/>
                </a:solidFill>
                <a:latin typeface="Montserrat Black"/>
                <a:ea typeface="Montserrat Black"/>
                <a:cs typeface="Montserrat Black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600" b="0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 Black"/>
                <a:sym typeface="Arial"/>
              </a:rPr>
              <a:t>Elaborado: 17</a:t>
            </a:r>
            <a:r>
              <a:rPr lang="es-MX" sz="1600" dirty="0">
                <a:solidFill>
                  <a:srgbClr val="D8AB72"/>
                </a:solidFill>
              </a:rPr>
              <a:t> de marzo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600" b="0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 Black"/>
                <a:sym typeface="Arial"/>
              </a:rPr>
              <a:t>14:00</a:t>
            </a:r>
          </a:p>
        </p:txBody>
      </p:sp>
    </p:spTree>
    <p:extLst>
      <p:ext uri="{BB962C8B-B14F-4D97-AF65-F5344CB8AC3E}">
        <p14:creationId xmlns:p14="http://schemas.microsoft.com/office/powerpoint/2010/main" val="9714621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uadroTexto 13">
            <a:extLst>
              <a:ext uri="{FF2B5EF4-FFF2-40B4-BE49-F238E27FC236}">
                <a16:creationId xmlns:a16="http://schemas.microsoft.com/office/drawing/2014/main" id="{733E49C1-1D8F-00BE-B848-54AEEE19433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Gobierno del estado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BA5F7886-E92D-D843-2647-CA3EE41DBD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53856"/>
            <a:ext cx="9144000" cy="42357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46735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78379D8F-E8C5-7EA8-DBB0-B6484BBC9BDB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Gobierno del estado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8EE02A46-1820-E4DE-B6FE-2A21B42EAE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36074"/>
            <a:ext cx="9144000" cy="24713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66515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uadroTexto 6">
            <a:extLst>
              <a:ext uri="{FF2B5EF4-FFF2-40B4-BE49-F238E27FC236}">
                <a16:creationId xmlns:a16="http://schemas.microsoft.com/office/drawing/2014/main" id="{DFC28BF4-D482-2861-AE41-CFF0342FFB9A}"/>
              </a:ext>
            </a:extLst>
          </p:cNvPr>
          <p:cNvSpPr txBox="1"/>
          <p:nvPr/>
        </p:nvSpPr>
        <p:spPr>
          <a:xfrm>
            <a:off x="908175" y="152426"/>
            <a:ext cx="72546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s-MX" sz="1800" b="1" i="0" dirty="0">
                <a:solidFill>
                  <a:srgbClr val="000000"/>
                </a:solidFill>
                <a:effectLst/>
                <a:latin typeface="Montserrat" pitchFamily="2" charset="0"/>
              </a:rPr>
              <a:t>Detalle de Notas negativas y positivas en primeras planas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964AF0F7-BEB2-C938-52ED-D374DA6835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154" y="414181"/>
            <a:ext cx="7728666" cy="2522785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45073CBF-9CA6-A844-A109-6335353D4B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838804"/>
            <a:ext cx="9144000" cy="23046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038450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 t="-19000" b="-19000"/>
          </a:stretch>
        </a:blipFill>
        <a:effectLst/>
      </p:bgPr>
    </p:bg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63A896FC-8168-8E2C-E4F7-11A96AAB671C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96A372B4-63F3-FAF1-8E59-FBD58568581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415478"/>
            <a:ext cx="9144000" cy="44554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94504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1430F0AF-D0FD-1C68-F7C4-D9E93764E31F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8240F420-9EB0-E344-6232-BE9487166F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05867"/>
            <a:ext cx="9144000" cy="32746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026920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953E20-D2E3-C7B6-3681-7F75E49F37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2D220DED-6E95-D0AE-57E3-7DFB60F03ADD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2FCDB21B-6230-ACE6-BE7D-2AFCB9C576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43275"/>
            <a:ext cx="9144000" cy="4456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49192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E270743E-55A0-8447-939B-33D92F1087F2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66C771C4-7F09-420B-9DD1-96E82C3B3E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76826"/>
            <a:ext cx="9144000" cy="33898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722847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uadroTexto 5">
            <a:extLst>
              <a:ext uri="{FF2B5EF4-FFF2-40B4-BE49-F238E27FC236}">
                <a16:creationId xmlns:a16="http://schemas.microsoft.com/office/drawing/2014/main" id="{CE4F37E4-6BA2-F83F-177F-21C522FF978A}"/>
              </a:ext>
            </a:extLst>
          </p:cNvPr>
          <p:cNvSpPr txBox="1"/>
          <p:nvPr/>
        </p:nvSpPr>
        <p:spPr>
          <a:xfrm>
            <a:off x="1926166" y="88135"/>
            <a:ext cx="52916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b="1" dirty="0">
                <a:latin typeface="Montserrat" pitchFamily="2" charset="0"/>
              </a:rPr>
              <a:t>Temas de gobierno por radiodifusora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3E39F1B1-78FE-E6FC-E82A-1805BC491D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224822"/>
            <a:ext cx="9144000" cy="26938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294626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F6903D2B-B628-46FF-5530-8427CCDFD7AB}"/>
              </a:ext>
            </a:extLst>
          </p:cNvPr>
          <p:cNvSpPr txBox="1"/>
          <p:nvPr/>
        </p:nvSpPr>
        <p:spPr>
          <a:xfrm>
            <a:off x="1926166" y="0"/>
            <a:ext cx="52916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b="1" dirty="0">
                <a:latin typeface="Montserrat" pitchFamily="2" charset="0"/>
              </a:rPr>
              <a:t>Temas de gobierno por radiodifusora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9C0EB269-54C8-5EC2-19BF-1F5E7A630C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20042"/>
            <a:ext cx="9144000" cy="25034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689498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0C1A25-C9EE-F5E8-70B0-72848C4962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BD034C7B-D28A-2217-7904-DE5230378964}"/>
              </a:ext>
            </a:extLst>
          </p:cNvPr>
          <p:cNvSpPr txBox="1"/>
          <p:nvPr/>
        </p:nvSpPr>
        <p:spPr>
          <a:xfrm>
            <a:off x="1926166" y="0"/>
            <a:ext cx="52916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b="1" dirty="0">
                <a:latin typeface="Montserrat" pitchFamily="2" charset="0"/>
              </a:rPr>
              <a:t>Temas de gobierno por radiodifusora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7A0CB5EC-60D9-1209-C774-48F8FA7C5C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62310"/>
            <a:ext cx="9144000" cy="36188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655141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23CD2619-00B8-8B02-6415-81CE05D5337A}"/>
              </a:ext>
            </a:extLst>
          </p:cNvPr>
          <p:cNvSpPr txBox="1"/>
          <p:nvPr/>
        </p:nvSpPr>
        <p:spPr>
          <a:xfrm>
            <a:off x="2249488" y="0"/>
            <a:ext cx="4572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MX" sz="1600" b="1" i="0" dirty="0">
                <a:solidFill>
                  <a:srgbClr val="611232"/>
                </a:solidFill>
                <a:effectLst/>
                <a:latin typeface="Segoe UI" panose="020B0502040204020203" pitchFamily="34" charset="0"/>
              </a:rPr>
              <a:t>Información Emitida por Radioescucha</a:t>
            </a:r>
            <a:endParaRPr lang="es-MX" sz="1600" dirty="0"/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251A0EDC-7AE9-CA3E-AE4E-E533A9BEC3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79203"/>
            <a:ext cx="9144000" cy="35850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293220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1">
            <a:extLst>
              <a:ext uri="{FF2B5EF4-FFF2-40B4-BE49-F238E27FC236}">
                <a16:creationId xmlns:a16="http://schemas.microsoft.com/office/drawing/2014/main" id="{9BA4FDF3-73D0-20C6-94F5-7E9F2481C0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1106" y="1453514"/>
            <a:ext cx="5061788" cy="22364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7362456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3060</TotalTime>
  <Words>74</Words>
  <Application>Microsoft Office PowerPoint</Application>
  <PresentationFormat>Presentación en pantalla (16:9)</PresentationFormat>
  <Paragraphs>16</Paragraphs>
  <Slides>13</Slides>
  <Notes>2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13</vt:i4>
      </vt:variant>
    </vt:vector>
  </HeadingPairs>
  <TitlesOfParts>
    <vt:vector size="18" baseType="lpstr">
      <vt:lpstr>Montserrat Black</vt:lpstr>
      <vt:lpstr>Montserrat</vt:lpstr>
      <vt:lpstr>Segoe UI</vt:lpstr>
      <vt:lpstr>Arial</vt:lpstr>
      <vt:lpstr>Simple Light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Francisco Villeda</dc:creator>
  <cp:lastModifiedBy>Francisco Villeda Velazquez</cp:lastModifiedBy>
  <cp:revision>304</cp:revision>
  <dcterms:modified xsi:type="dcterms:W3CDTF">2026-03-17T16:20:45Z</dcterms:modified>
</cp:coreProperties>
</file>