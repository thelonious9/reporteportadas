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352" r:id="rId3"/>
    <p:sldId id="365" r:id="rId4"/>
    <p:sldId id="378" r:id="rId5"/>
    <p:sldId id="381" r:id="rId6"/>
    <p:sldId id="382" r:id="rId7"/>
    <p:sldId id="383" r:id="rId8"/>
    <p:sldId id="281" r:id="rId9"/>
    <p:sldId id="351" r:id="rId10"/>
    <p:sldId id="369" r:id="rId11"/>
    <p:sldId id="361" r:id="rId12"/>
    <p:sldId id="371" r:id="rId13"/>
    <p:sldId id="370" r:id="rId14"/>
    <p:sldId id="379" r:id="rId15"/>
    <p:sldId id="380" r:id="rId16"/>
    <p:sldId id="280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lack" panose="00000A00000000000000" pitchFamily="2" charset="0"/>
      <p:bold r:id="rId23"/>
      <p:italic r:id="rId24"/>
      <p:boldItalic r:id="rId25"/>
    </p:embeddedFont>
    <p:embeddedFont>
      <p:font typeface="Segoe UI" panose="020B0502040204020203" pitchFamily="3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6F8"/>
    <a:srgbClr val="3A3A3A"/>
    <a:srgbClr val="691B31"/>
    <a:srgbClr val="D8AB72"/>
    <a:srgbClr val="B28D5E"/>
    <a:srgbClr val="DBC6A0"/>
    <a:srgbClr val="F6E3C5"/>
    <a:srgbClr val="BC955B"/>
    <a:srgbClr val="EEEEEE"/>
    <a:srgbClr val="CBCA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4" d="100"/>
          <a:sy n="124" d="100"/>
        </p:scale>
        <p:origin x="426" y="330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3358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4481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582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18</a:t>
            </a:r>
            <a:r>
              <a:rPr lang="es-MX" sz="1600" dirty="0">
                <a:solidFill>
                  <a:srgbClr val="D8AB72"/>
                </a:solidFill>
              </a:rPr>
              <a:t> de marzo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14:00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733E49C1-1D8F-00BE-B848-54AEEE19433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502DFB4-50AD-FCE4-5FEA-08184E1B11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3439"/>
            <a:ext cx="9144000" cy="4236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73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78379D8F-E8C5-7EA8-DBB0-B6484BBC9BD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521C660-FAD4-0769-65B6-920C3034F1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32021"/>
            <a:ext cx="9144000" cy="3079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651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DFC28BF4-D482-2861-AE41-CFF0342FFB9A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negativas y positivas en primeras planas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66146D6-6D4C-4AB8-A32B-7F4191E60A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244" y="599441"/>
            <a:ext cx="7954485" cy="4544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84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1A10F16-34D0-99BC-C2CE-7357DD481141}"/>
              </a:ext>
            </a:extLst>
          </p:cNvPr>
          <p:cNvSpPr txBox="1"/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F652635-25A0-ED62-FEA3-F25D46AC44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377" y="406016"/>
            <a:ext cx="8652222" cy="4592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185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D6432AA0-4388-FC53-5E56-FEB1899307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1420" y="1199192"/>
            <a:ext cx="4592580" cy="2940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6927491A-4110-C2C9-913F-87EBCA30C6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99192"/>
            <a:ext cx="4551420" cy="2914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4F44EDBF-F722-BA58-0032-A9569851BA11}"/>
              </a:ext>
            </a:extLst>
          </p:cNvPr>
          <p:cNvSpPr txBox="1"/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</p:spTree>
    <p:extLst>
      <p:ext uri="{BB962C8B-B14F-4D97-AF65-F5344CB8AC3E}">
        <p14:creationId xmlns:p14="http://schemas.microsoft.com/office/powerpoint/2010/main" val="2080082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7208C45-84F5-11F3-B34F-637D48CB0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021" y="1104695"/>
            <a:ext cx="6677957" cy="2934109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829C81F3-7718-5A18-6786-2D5DD51ED25E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negativas y positivas en primeras planas</a:t>
            </a:r>
          </a:p>
        </p:txBody>
      </p:sp>
    </p:spTree>
    <p:extLst>
      <p:ext uri="{BB962C8B-B14F-4D97-AF65-F5344CB8AC3E}">
        <p14:creationId xmlns:p14="http://schemas.microsoft.com/office/powerpoint/2010/main" val="301061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9000" b="-19000"/>
          </a:stretch>
        </a:blip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3A896FC-8168-8E2C-E4F7-11A96AAB671C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C4B01ED-99C6-9431-053D-D1014D2B9D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9657"/>
            <a:ext cx="9144000" cy="4224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450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7FED3DA-9A9E-D21C-70F7-12222F5FE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0085"/>
            <a:ext cx="9144000" cy="3383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7844955-CC53-01DE-DF8E-5B8B58D415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2901"/>
            <a:ext cx="9144000" cy="3677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56F2809-E4CD-94BA-AAA3-54A916597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6760"/>
            <a:ext cx="9144000" cy="3469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3C66B1C-BF86-893D-1A86-012ED26102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6971"/>
            <a:ext cx="9144000" cy="2669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6903D2B-B628-46FF-5530-8427CCDFD7AB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3D09607-0F8B-FC8B-DD7B-E67CF1646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0338"/>
            <a:ext cx="9144000" cy="246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8949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C1A25-C9EE-F5E8-70B0-72848C496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BD034C7B-D28A-2217-7904-DE5230378964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859E621-A38C-C41D-7946-F382485387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8350" y="666750"/>
            <a:ext cx="50673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65514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3CD2619-00B8-8B02-6415-81CE05D5337A}"/>
              </a:ext>
            </a:extLst>
          </p:cNvPr>
          <p:cNvSpPr txBox="1"/>
          <p:nvPr/>
        </p:nvSpPr>
        <p:spPr>
          <a:xfrm>
            <a:off x="2249488" y="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i="0" dirty="0">
                <a:solidFill>
                  <a:srgbClr val="611232"/>
                </a:solidFill>
                <a:effectLst/>
                <a:latin typeface="Segoe UI" panose="020B0502040204020203" pitchFamily="34" charset="0"/>
              </a:rPr>
              <a:t>Información Emitida por Radioescucha</a:t>
            </a:r>
            <a:endParaRPr lang="es-MX" sz="16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42A5B69-512A-0FDA-6AED-1560348DF4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995" y="1152327"/>
            <a:ext cx="7240010" cy="2838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9322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3077</TotalTime>
  <Words>85</Words>
  <Application>Microsoft Office PowerPoint</Application>
  <PresentationFormat>Presentación en pantalla (16:9)</PresentationFormat>
  <Paragraphs>19</Paragraphs>
  <Slides>16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Segoe UI</vt:lpstr>
      <vt:lpstr>Montserrat Black</vt:lpstr>
      <vt:lpstr>Montserrat</vt:lpstr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307</cp:revision>
  <dcterms:modified xsi:type="dcterms:W3CDTF">2026-03-18T19:02:10Z</dcterms:modified>
</cp:coreProperties>
</file>