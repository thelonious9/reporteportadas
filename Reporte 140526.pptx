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4" r:id="rId9"/>
    <p:sldId id="390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14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C771DF-F4C5-8699-A243-DBD4DC97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243"/>
            <a:ext cx="9144000" cy="38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6D99CF-DF9C-D981-A324-5687AAB8B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6814"/>
            <a:ext cx="9144000" cy="273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F3E114-8830-2837-1737-3EE10422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06E2B-D9DC-582B-3D3C-B377F325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409273"/>
            <a:ext cx="7840169" cy="43249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448E167-0E0F-96E8-62D3-6C9680798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580747"/>
            <a:ext cx="7944959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2F7A3A-3C32-CDD2-64A4-1FB1ACF26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9919"/>
            <a:ext cx="9144000" cy="38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FB03A3-09A0-3AC5-3DC4-E44EDBFC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D4024D-200D-948C-FCEB-B790CA03E59E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2DD43C-94DC-60E5-3846-8A28E13A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7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08F85B-3A5E-B37C-5E2B-4CA379B6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55" y="521758"/>
            <a:ext cx="7983064" cy="23244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1ADE611-FB09-C2FC-D672-FCE7FECDA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3188"/>
            <a:ext cx="9144000" cy="187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D7ED03-A9D6-D970-D0ED-490F3FA00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8956"/>
            <a:ext cx="9144000" cy="396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6CF5F6-4C23-464F-A986-C37B901A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164"/>
            <a:ext cx="9144000" cy="29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13B43A-4523-D147-30B7-1B50954A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482"/>
            <a:ext cx="9144000" cy="430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0EAF978-63D4-C5E7-D1B3-0778CA43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858"/>
            <a:ext cx="9144000" cy="309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FE255B-687D-92CF-831A-9176B9D53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5688"/>
            <a:ext cx="9144000" cy="21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4F7198-9B4B-BAC2-69C4-FBF7AAFD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92" y="714116"/>
            <a:ext cx="315321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3881</TotalTime>
  <Words>73</Words>
  <Application>Microsoft Office PowerPoint</Application>
  <PresentationFormat>Presentación en pantalla (16:9)</PresentationFormat>
  <Paragraphs>19</Paragraphs>
  <Slides>16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365</cp:revision>
  <dcterms:modified xsi:type="dcterms:W3CDTF">2026-05-15T00:04:48Z</dcterms:modified>
</cp:coreProperties>
</file>