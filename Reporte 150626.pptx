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280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lack" panose="00000A00000000000000" pitchFamily="2" charset="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210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15</a:t>
            </a:r>
            <a:r>
              <a:rPr lang="es-MX" sz="1600" dirty="0">
                <a:solidFill>
                  <a:srgbClr val="D8AB72"/>
                </a:solidFill>
              </a:rPr>
              <a:t>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57997D-0DCF-5E42-7E26-A42D2725A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5255"/>
            <a:ext cx="9144000" cy="33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62ECA1-24E8-33A4-EC6C-AA7F7E9AF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1024"/>
            <a:ext cx="9144000" cy="252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EEF288-D00B-1079-B182-248E1C4CF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097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AA8628-B129-8963-392C-8B81162DD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57" y="571221"/>
            <a:ext cx="7954485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62D62A-2C0A-D830-2A9B-C5BAA4803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359"/>
            <a:ext cx="9144000" cy="34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BDAE425-4792-D237-397F-560344A64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097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5A67AB-7A23-1B45-E12B-ECED3638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097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5F16DE-9971-556E-07CB-0ED439CEC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1320"/>
            <a:ext cx="9144000" cy="350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7865B1-EDA7-B53C-94EC-BA69BFCC0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49560"/>
            <a:ext cx="9144000" cy="25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83B9F0-F1B6-9CD7-9AFB-C42894DAB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757561"/>
            <a:ext cx="9144000" cy="3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D560D6-DCF8-3CB9-4213-D04B7E313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753"/>
            <a:ext cx="9144000" cy="276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52C117-3ADB-AF29-329B-DFD9739D8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4012"/>
            <a:ext cx="9144000" cy="387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4101</TotalTime>
  <Words>65</Words>
  <Application>Microsoft Office PowerPoint</Application>
  <PresentationFormat>Presentación en pantalla (16:9)</PresentationFormat>
  <Paragraphs>17</Paragraphs>
  <Slides>14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397</cp:revision>
  <dcterms:modified xsi:type="dcterms:W3CDTF">2026-06-16T00:45:59Z</dcterms:modified>
</cp:coreProperties>
</file>