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398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25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C3E7A3-8C7D-316F-810A-3F3E3D832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802"/>
            <a:ext cx="9144000" cy="381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5708900-7912-E1B7-19B1-23A9CC4ED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5393"/>
            <a:ext cx="9144000" cy="277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57BFFB-063A-5563-BA19-2966ED445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07" y="597488"/>
            <a:ext cx="7484961" cy="42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83E319-B395-9F9F-561F-D8967F51D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94" y="1190423"/>
            <a:ext cx="7964011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FFE806-38E2-07ED-B92B-2621C3F51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0319"/>
            <a:ext cx="9144000" cy="376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F1F0743-A88B-A82B-6C0C-DDAA7BCD7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91088"/>
            <a:ext cx="4535488" cy="3904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F3ED15-3EA1-D24F-9B70-4EDFA6BBC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12" y="691088"/>
            <a:ext cx="4535488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53ADB3-2BB8-95A7-7663-A86E93E13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834" y="1433867"/>
            <a:ext cx="6227307" cy="241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19BA72-2701-F890-7AA0-077A8280D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088"/>
            <a:ext cx="9144000" cy="438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95C627-C188-9541-3CA9-CB99DACF4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082"/>
            <a:ext cx="9144000" cy="329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B07F8C-FDF8-2A0B-AAB4-DA59922AD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021"/>
            <a:ext cx="9144000" cy="430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944D54-F589-9B84-6DDF-3D6DE47FF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8304"/>
            <a:ext cx="9144000" cy="318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4FB61B-2833-D781-8A7C-97C866609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5765"/>
            <a:ext cx="9144000" cy="243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C7708-DCCA-DE7C-B9EB-ED6BAEA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C3C8974-6B06-B7AB-35FE-D8F2FAD85529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8F5DAC-5985-EB5E-1A85-176F40E0E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912"/>
            <a:ext cx="9144000" cy="441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55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58F4C4-21BA-DF1B-0429-6D2666521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327"/>
            <a:ext cx="9144000" cy="382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3970</TotalTime>
  <Words>72</Words>
  <Application>Microsoft Office PowerPoint</Application>
  <PresentationFormat>Presentación en pantalla (16:9)</PresentationFormat>
  <Paragraphs>19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376</cp:revision>
  <dcterms:modified xsi:type="dcterms:W3CDTF">2026-05-25T14:18:12Z</dcterms:modified>
</cp:coreProperties>
</file>