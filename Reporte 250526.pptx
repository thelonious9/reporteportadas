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98" r:id="rId15"/>
    <p:sldId id="384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25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 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C3E7A3-8C7D-316F-810A-3F3E3D832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1802"/>
            <a:ext cx="9144000" cy="381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5708900-7912-E1B7-19B1-23A9CC4ED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5393"/>
            <a:ext cx="9144000" cy="277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657BFFB-063A-5563-BA19-2966ED445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07" y="597488"/>
            <a:ext cx="7484961" cy="426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A83E319-B395-9F9F-561F-D8967F51D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94" y="1190423"/>
            <a:ext cx="7964011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EFFE806-38E2-07ED-B92B-2621C3F51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0319"/>
            <a:ext cx="9144000" cy="376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F1F0743-A88B-A82B-6C0C-DDAA7BCD7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91088"/>
            <a:ext cx="4535488" cy="3904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DF3ED15-3EA1-D24F-9B70-4EDFA6BBC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12" y="691088"/>
            <a:ext cx="4535488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53ADB3-2BB8-95A7-7663-A86E93E13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834" y="1433867"/>
            <a:ext cx="6227307" cy="241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845FE9-8A0F-513E-8288-497210BE9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6643"/>
            <a:ext cx="9144000" cy="389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EF6A18D-F572-59B9-6C7A-62D1836B0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7984"/>
            <a:ext cx="9144000" cy="297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94C1190-FDE4-6D4A-D9D9-D20ACDBB3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696"/>
            <a:ext cx="9144000" cy="436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7A1B0E5-3C7A-143C-C740-63E6B84F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7404"/>
            <a:ext cx="9144000" cy="3091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BFA30F-8B3A-944A-4770-E57102F97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886"/>
            <a:ext cx="9144000" cy="436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C7708-DCCA-DE7C-B9EB-ED6BAEAAD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2C3C8974-6B06-B7AB-35FE-D8F2FAD85529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6F5D09-DDDF-D1A0-815B-7E338948B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7453"/>
            <a:ext cx="9144000" cy="210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755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D30E29A-6825-7627-6C32-908BE6F71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1018"/>
            <a:ext cx="9144000" cy="342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3972</TotalTime>
  <Words>72</Words>
  <Application>Microsoft Office PowerPoint</Application>
  <PresentationFormat>Presentación en pantalla (16:9)</PresentationFormat>
  <Paragraphs>19</Paragraphs>
  <Slides>16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377</cp:revision>
  <dcterms:modified xsi:type="dcterms:W3CDTF">2026-05-26T00:31:07Z</dcterms:modified>
</cp:coreProperties>
</file>