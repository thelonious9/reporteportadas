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2" r:id="rId1"/>
  </p:sldMasterIdLst>
  <p:notesMasterIdLst>
    <p:notesMasterId r:id="rId14"/>
  </p:notesMasterIdLst>
  <p:sldIdLst>
    <p:sldId id="350" r:id="rId2"/>
    <p:sldId id="365" r:id="rId3"/>
    <p:sldId id="352" r:id="rId4"/>
    <p:sldId id="393" r:id="rId5"/>
    <p:sldId id="378" r:id="rId6"/>
    <p:sldId id="388" r:id="rId7"/>
    <p:sldId id="351" r:id="rId8"/>
    <p:sldId id="369" r:id="rId9"/>
    <p:sldId id="361" r:id="rId10"/>
    <p:sldId id="371" r:id="rId11"/>
    <p:sldId id="384" r:id="rId12"/>
    <p:sldId id="280" r:id="rId13"/>
  </p:sldIdLst>
  <p:sldSz cx="9144000" cy="5143500" type="screen16x9"/>
  <p:notesSz cx="6858000" cy="9144000"/>
  <p:embeddedFontLst>
    <p:embeddedFont>
      <p:font typeface="Montserrat" panose="00000500000000000000" pitchFamily="2" charset="0"/>
      <p:regular r:id="rId15"/>
      <p:bold r:id="rId16"/>
      <p:italic r:id="rId17"/>
      <p:boldItalic r:id="rId18"/>
    </p:embeddedFont>
    <p:embeddedFont>
      <p:font typeface="Montserrat Black" panose="00000A00000000000000" pitchFamily="2" charset="0"/>
      <p:bold r:id="rId19"/>
      <p:italic r:id="rId20"/>
      <p:boldItalic r:id="rId2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65" userDrawn="1">
          <p15:clr>
            <a:srgbClr val="A4A3A4"/>
          </p15:clr>
        </p15:guide>
        <p15:guide id="2" pos="2857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FAD30198-60FD-D96C-7EFF-04ABEB9B0931}" name="Usuario invitado" initials="Ui" userId="Usuario invitado" providerId="Windows Liv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8F9FA"/>
    <a:srgbClr val="F4F6F8"/>
    <a:srgbClr val="691B31"/>
    <a:srgbClr val="3A3A3A"/>
    <a:srgbClr val="D8AB72"/>
    <a:srgbClr val="B28D5E"/>
    <a:srgbClr val="DBC6A0"/>
    <a:srgbClr val="F6E3C5"/>
    <a:srgbClr val="BC955B"/>
    <a:srgbClr val="EEEEE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31682E8D-AFAE-4055-8BED-796683ABB225}">
  <a:tblStyle styleId="{31682E8D-AFAE-4055-8BED-796683ABB225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303" autoAdjust="0"/>
  </p:normalViewPr>
  <p:slideViewPr>
    <p:cSldViewPr snapToGrid="0">
      <p:cViewPr varScale="1">
        <p:scale>
          <a:sx n="133" d="100"/>
          <a:sy n="133" d="100"/>
        </p:scale>
        <p:origin x="906" y="114"/>
      </p:cViewPr>
      <p:guideLst>
        <p:guide orient="horz" pos="1665"/>
        <p:guide pos="2857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4.fntdata"/><Relationship Id="rId26" Type="http://schemas.microsoft.com/office/2018/10/relationships/authors" Target="authors.xml"/><Relationship Id="rId3" Type="http://schemas.openxmlformats.org/officeDocument/2006/relationships/slide" Target="slides/slide2.xml"/><Relationship Id="rId21" Type="http://schemas.openxmlformats.org/officeDocument/2006/relationships/font" Target="fonts/font7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font" Target="fonts/font6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5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221647252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56335829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5D8FB4-E321-0E01-8262-6CF75FF3CB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7992D699-CFB9-7D9E-96EA-B379B7F5A6E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6055D00D-F622-9591-B42F-DD768852A2C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347246610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>
          <a:extLst>
            <a:ext uri="{FF2B5EF4-FFF2-40B4-BE49-F238E27FC236}">
              <a16:creationId xmlns:a16="http://schemas.microsoft.com/office/drawing/2014/main" id="{F25F0AE0-550E-E139-0EAA-601DDCDE3A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14864f70b6d_0_51:notes">
            <a:extLst>
              <a:ext uri="{FF2B5EF4-FFF2-40B4-BE49-F238E27FC236}">
                <a16:creationId xmlns:a16="http://schemas.microsoft.com/office/drawing/2014/main" id="{CC41C0BC-CB49-17D9-FE89-62E8BEDFE01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14864f70b6d_0_51:notes">
            <a:extLst>
              <a:ext uri="{FF2B5EF4-FFF2-40B4-BE49-F238E27FC236}">
                <a16:creationId xmlns:a16="http://schemas.microsoft.com/office/drawing/2014/main" id="{0F552A97-0F1D-AD78-E939-C9840F5EB68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6311237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1_Section header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Google Shape;12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1264"/>
            <a:ext cx="9143999" cy="5142236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Google Shape;13;p3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647" cy="393801"/>
          </a:xfrm>
          <a:prstGeom prst="rect">
            <a:avLst/>
          </a:prstGeom>
        </p:spPr>
        <p:txBody>
          <a:bodyPr spcFirstLastPara="1" wrap="square" lIns="159150" tIns="159150" rIns="159150" bIns="159150" anchor="t" anchorCtr="0">
            <a:normAutofit/>
          </a:bodyPr>
          <a:lstStyle>
            <a:lvl1pPr lvl="0">
              <a:buNone/>
              <a:defRPr sz="1074"/>
            </a:lvl1pPr>
            <a:lvl2pPr lvl="1">
              <a:buNone/>
              <a:defRPr sz="1074"/>
            </a:lvl2pPr>
            <a:lvl3pPr lvl="2">
              <a:buNone/>
              <a:defRPr sz="1074"/>
            </a:lvl3pPr>
            <a:lvl4pPr lvl="3">
              <a:buNone/>
              <a:defRPr sz="1074"/>
            </a:lvl4pPr>
            <a:lvl5pPr lvl="4">
              <a:buNone/>
              <a:defRPr sz="1074"/>
            </a:lvl5pPr>
            <a:lvl6pPr lvl="5">
              <a:buNone/>
              <a:defRPr sz="1074"/>
            </a:lvl6pPr>
            <a:lvl7pPr lvl="6">
              <a:buNone/>
              <a:defRPr sz="1074"/>
            </a:lvl7pPr>
            <a:lvl8pPr lvl="7">
              <a:buNone/>
              <a:defRPr sz="1074"/>
            </a:lvl8pPr>
            <a:lvl9pPr lvl="8">
              <a:buNone/>
              <a:defRPr sz="1074"/>
            </a:lvl9pPr>
          </a:lstStyle>
          <a:p>
            <a:fld id="{00000000-1234-1234-1234-123412341234}" type="slidenum">
              <a:rPr lang="es-419" smtClean="0"/>
              <a:pPr/>
              <a:t>‹Nº›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14457691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73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EB63C1ED-1A4B-E4D8-BBCB-DD9BCB7C36B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>
            <a:normAutofit fontScale="55000" lnSpcReduction="20000"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00000000-1234-1234-1234-123412341234}" type="slidenum">
              <a:rPr kumimoji="0" lang="es-419" sz="1074" b="0" i="0" u="none" strike="noStrike" kern="0" cap="none" spc="0" normalizeH="0" baseline="0" noProof="0" smtClean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1</a:t>
            </a:fld>
            <a:endParaRPr kumimoji="0" lang="es-419" sz="1074" b="0" i="0" u="none" strike="noStrike" kern="0" cap="none" spc="0" normalizeH="0" baseline="0" noProof="0" dirty="0">
              <a:ln>
                <a:noFill/>
              </a:ln>
              <a:solidFill>
                <a:srgbClr val="595959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4" name="Google Shape;101;p27">
            <a:extLst>
              <a:ext uri="{FF2B5EF4-FFF2-40B4-BE49-F238E27FC236}">
                <a16:creationId xmlns:a16="http://schemas.microsoft.com/office/drawing/2014/main" id="{18C1BF8B-A9D3-CA16-8B39-9E27229A586D}"/>
              </a:ext>
            </a:extLst>
          </p:cNvPr>
          <p:cNvSpPr txBox="1"/>
          <p:nvPr/>
        </p:nvSpPr>
        <p:spPr>
          <a:xfrm>
            <a:off x="542235" y="2200528"/>
            <a:ext cx="8059529" cy="6301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1425" tIns="51425" rIns="51425" bIns="51425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MX" sz="2400" b="0" i="0" u="none" strike="noStrike" kern="0" cap="none" spc="0" normalizeH="0" baseline="0" noProof="0" dirty="0">
                <a:ln>
                  <a:noFill/>
                </a:ln>
                <a:solidFill>
                  <a:srgbClr val="691B31"/>
                </a:solidFill>
                <a:effectLst/>
                <a:uLnTx/>
                <a:uFillTx/>
                <a:latin typeface="Montserrat Black"/>
                <a:ea typeface="Montserrat Black"/>
                <a:cs typeface="Montserrat Black"/>
                <a:sym typeface="Montserrat Black"/>
              </a:rPr>
              <a:t>Reporte impresos,  radio y tv local. </a:t>
            </a: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MX" sz="1400" b="1" i="0" u="none" strike="noStrike" kern="0" cap="none" spc="0" normalizeH="0" baseline="0" noProof="0" dirty="0">
                <a:ln>
                  <a:noFill/>
                </a:ln>
                <a:solidFill>
                  <a:srgbClr val="D8AB72"/>
                </a:solidFill>
                <a:effectLst/>
                <a:uLnTx/>
                <a:uFillTx/>
                <a:latin typeface="Montserrat"/>
                <a:ea typeface="Montserrat"/>
                <a:cs typeface="Montserrat"/>
                <a:sym typeface="Montserrat"/>
              </a:rPr>
              <a:t>Gobernador, secretarías y dependencias</a:t>
            </a:r>
            <a:endParaRPr kumimoji="0" lang="es-MX" sz="2000" b="1" i="0" u="none" strike="noStrike" kern="0" cap="none" spc="0" normalizeH="0" baseline="0" noProof="0" dirty="0">
              <a:ln>
                <a:noFill/>
              </a:ln>
              <a:solidFill>
                <a:srgbClr val="D8AB72"/>
              </a:solidFill>
              <a:effectLst/>
              <a:uLnTx/>
              <a:uFillTx/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F8F99902-E806-65F7-B1B2-5BFEE3D764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89408" y="598169"/>
            <a:ext cx="2724918" cy="1203962"/>
          </a:xfrm>
          <a:prstGeom prst="rect">
            <a:avLst/>
          </a:prstGeom>
        </p:spPr>
      </p:pic>
      <p:sp>
        <p:nvSpPr>
          <p:cNvPr id="3" name="CuadroTexto 2">
            <a:extLst>
              <a:ext uri="{FF2B5EF4-FFF2-40B4-BE49-F238E27FC236}">
                <a16:creationId xmlns:a16="http://schemas.microsoft.com/office/drawing/2014/main" id="{3A420959-05AA-86D7-CF62-D891272906E0}"/>
              </a:ext>
            </a:extLst>
          </p:cNvPr>
          <p:cNvSpPr txBox="1"/>
          <p:nvPr/>
        </p:nvSpPr>
        <p:spPr>
          <a:xfrm>
            <a:off x="4171949" y="3865402"/>
            <a:ext cx="4384835" cy="5470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1425" tIns="51425" rIns="51425" bIns="51425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indent="0" algn="ctr">
              <a:lnSpc>
                <a:spcPct val="90000"/>
              </a:lnSpc>
              <a:buNone/>
              <a:defRPr sz="3800">
                <a:solidFill>
                  <a:srgbClr val="691B31"/>
                </a:solidFill>
                <a:latin typeface="Montserrat Black"/>
                <a:ea typeface="Montserrat Black"/>
                <a:cs typeface="Montserrat Black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MX" sz="1600" b="0" i="0" u="none" strike="noStrike" kern="0" cap="none" spc="0" normalizeH="0" baseline="0" noProof="0" dirty="0">
                <a:ln>
                  <a:noFill/>
                </a:ln>
                <a:solidFill>
                  <a:srgbClr val="D8AB72"/>
                </a:solidFill>
                <a:effectLst/>
                <a:uLnTx/>
                <a:uFillTx/>
                <a:latin typeface="Montserrat Black"/>
                <a:sym typeface="Arial"/>
              </a:rPr>
              <a:t>Elaborado: </a:t>
            </a:r>
            <a:r>
              <a:rPr lang="es-MX" sz="1600" dirty="0">
                <a:solidFill>
                  <a:srgbClr val="D8AB72"/>
                </a:solidFill>
              </a:rPr>
              <a:t>04 de junio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MX" sz="1600" b="0" i="0" u="none" strike="noStrike" kern="0" cap="none" spc="0" normalizeH="0" baseline="0" noProof="0" dirty="0">
                <a:ln>
                  <a:noFill/>
                </a:ln>
                <a:solidFill>
                  <a:srgbClr val="D8AB72"/>
                </a:solidFill>
                <a:effectLst/>
                <a:uLnTx/>
                <a:uFillTx/>
                <a:latin typeface="Montserrat Black"/>
                <a:sym typeface="Arial"/>
              </a:rPr>
              <a:t>16:00</a:t>
            </a:r>
          </a:p>
        </p:txBody>
      </p:sp>
    </p:spTree>
    <p:extLst>
      <p:ext uri="{BB962C8B-B14F-4D97-AF65-F5344CB8AC3E}">
        <p14:creationId xmlns:p14="http://schemas.microsoft.com/office/powerpoint/2010/main" val="9714621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uadroTexto 7">
            <a:extLst>
              <a:ext uri="{FF2B5EF4-FFF2-40B4-BE49-F238E27FC236}">
                <a16:creationId xmlns:a16="http://schemas.microsoft.com/office/drawing/2014/main" id="{78379D8F-E8C5-7EA8-DBB0-B6484BBC9BDB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828800" y="0"/>
            <a:ext cx="5486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800" b="1" dirty="0">
                <a:latin typeface="Montserrat" pitchFamily="2" charset="0"/>
              </a:rPr>
              <a:t>Gobierno del estado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899C9C6C-F985-EC39-7CAB-CD6C3EFD0C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74643"/>
            <a:ext cx="9144000" cy="33942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66515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CuadroTexto 13">
            <a:extLst>
              <a:ext uri="{FF2B5EF4-FFF2-40B4-BE49-F238E27FC236}">
                <a16:creationId xmlns:a16="http://schemas.microsoft.com/office/drawing/2014/main" id="{733E49C1-1D8F-00BE-B848-54AEEE194337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828800" y="0"/>
            <a:ext cx="5486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800" b="1" dirty="0">
                <a:latin typeface="Montserrat" pitchFamily="2" charset="0"/>
              </a:rPr>
              <a:t>Gobierno del estado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6A58B58B-2769-5CA5-A9ED-8345D3D002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332053"/>
            <a:ext cx="9144000" cy="24793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46735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A115B23-9219-C74D-1B93-EB466FF533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CuadroTexto 13">
            <a:extLst>
              <a:ext uri="{FF2B5EF4-FFF2-40B4-BE49-F238E27FC236}">
                <a16:creationId xmlns:a16="http://schemas.microsoft.com/office/drawing/2014/main" id="{5272FFEB-F79A-B289-E2B0-F9E2F92695D8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828800" y="0"/>
            <a:ext cx="5486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800" b="1" dirty="0">
                <a:latin typeface="Montserrat" pitchFamily="2" charset="0"/>
              </a:rPr>
              <a:t>Gobierno del estado</a:t>
            </a: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89950CBD-3CDF-3377-024B-C7A50D9B5E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0564" y="528908"/>
            <a:ext cx="8389847" cy="42285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97915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uadroTexto 6">
            <a:extLst>
              <a:ext uri="{FF2B5EF4-FFF2-40B4-BE49-F238E27FC236}">
                <a16:creationId xmlns:a16="http://schemas.microsoft.com/office/drawing/2014/main" id="{DFC28BF4-D482-2861-AE41-CFF0342FFB9A}"/>
              </a:ext>
            </a:extLst>
          </p:cNvPr>
          <p:cNvSpPr txBox="1"/>
          <p:nvPr/>
        </p:nvSpPr>
        <p:spPr>
          <a:xfrm>
            <a:off x="908175" y="152426"/>
            <a:ext cx="725462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s-MX" sz="1800" b="1" i="0" dirty="0">
                <a:solidFill>
                  <a:srgbClr val="000000"/>
                </a:solidFill>
                <a:effectLst/>
                <a:latin typeface="Montserrat" pitchFamily="2" charset="0"/>
              </a:rPr>
              <a:t>Detalle de Notas en primeras planas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F7052B56-9BC3-74F8-613F-E2745F20C3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2060" y="521758"/>
            <a:ext cx="7906853" cy="2362530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786C120D-A267-00FD-C14D-6D5E2CED05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3956" y="3183266"/>
            <a:ext cx="7983064" cy="14384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03845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8">
          <a:extLst>
            <a:ext uri="{FF2B5EF4-FFF2-40B4-BE49-F238E27FC236}">
              <a16:creationId xmlns:a16="http://schemas.microsoft.com/office/drawing/2014/main" id="{3AB59246-6522-404E-9FEB-F1E85E07D6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AE07F171-51E8-E8F4-27C7-0CA3B7A8A997}"/>
              </a:ext>
            </a:extLst>
          </p:cNvPr>
          <p:cNvSpPr txBox="1"/>
          <p:nvPr/>
        </p:nvSpPr>
        <p:spPr>
          <a:xfrm>
            <a:off x="1183340" y="0"/>
            <a:ext cx="67638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800" b="1" dirty="0">
                <a:latin typeface="Montserrat" panose="00000500000000000000" pitchFamily="2" charset="0"/>
              </a:rPr>
              <a:t>Información de gobierno en radiodifusoras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E18DAF95-EC9F-4EB7-50BA-45CA3607AF7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819815"/>
            <a:ext cx="9144000" cy="35038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581194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1430F0AF-D0FD-1C68-F7C4-D9E93764E31F}"/>
              </a:ext>
            </a:extLst>
          </p:cNvPr>
          <p:cNvSpPr txBox="1"/>
          <p:nvPr/>
        </p:nvSpPr>
        <p:spPr>
          <a:xfrm>
            <a:off x="1183340" y="0"/>
            <a:ext cx="67638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800" b="1" dirty="0">
                <a:latin typeface="Montserrat" panose="00000500000000000000" pitchFamily="2" charset="0"/>
              </a:rPr>
              <a:t>Información de gobierno en radiodifusoras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731AB622-01B9-8F34-2109-68F9D6D207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75175"/>
            <a:ext cx="9144000" cy="2593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026920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953E20-D2E3-C7B6-3681-7F75E49F37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2D220DED-6E95-D0AE-57E3-7DFB60F03ADD}"/>
              </a:ext>
            </a:extLst>
          </p:cNvPr>
          <p:cNvSpPr txBox="1"/>
          <p:nvPr/>
        </p:nvSpPr>
        <p:spPr>
          <a:xfrm>
            <a:off x="1183340" y="0"/>
            <a:ext cx="67638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800" b="1" dirty="0">
                <a:latin typeface="Montserrat" panose="00000500000000000000" pitchFamily="2" charset="0"/>
              </a:rPr>
              <a:t>Información de gobierno en radiodifusoras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11E9E3B4-D6DE-FA0A-B286-43D64FC60D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47250"/>
            <a:ext cx="9144000" cy="393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491929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E270743E-55A0-8447-939B-33D92F1087F2}"/>
              </a:ext>
            </a:extLst>
          </p:cNvPr>
          <p:cNvSpPr txBox="1"/>
          <p:nvPr/>
        </p:nvSpPr>
        <p:spPr>
          <a:xfrm>
            <a:off x="1183340" y="0"/>
            <a:ext cx="67638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800" b="1" dirty="0">
                <a:latin typeface="Montserrat" panose="00000500000000000000" pitchFamily="2" charset="0"/>
              </a:rPr>
              <a:t>Información de gobierno en radiodifusoras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0BF1E5F0-A911-E1A2-B45A-24817A1647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49285"/>
            <a:ext cx="9144000" cy="27878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722847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uadroTexto 5">
            <a:extLst>
              <a:ext uri="{FF2B5EF4-FFF2-40B4-BE49-F238E27FC236}">
                <a16:creationId xmlns:a16="http://schemas.microsoft.com/office/drawing/2014/main" id="{CE4F37E4-6BA2-F83F-177F-21C522FF978A}"/>
              </a:ext>
            </a:extLst>
          </p:cNvPr>
          <p:cNvSpPr txBox="1"/>
          <p:nvPr/>
        </p:nvSpPr>
        <p:spPr>
          <a:xfrm>
            <a:off x="1926166" y="88135"/>
            <a:ext cx="529166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b="1" dirty="0">
                <a:latin typeface="Montserrat" pitchFamily="2" charset="0"/>
              </a:rPr>
              <a:t>Temas de gobierno por radiodifusora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79CA9401-034D-6DD2-F601-253AF7AD4F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19204"/>
            <a:ext cx="9144000" cy="39050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294626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5CA6E3AA-9467-5FF2-A182-F9C74DF835BA}"/>
              </a:ext>
            </a:extLst>
          </p:cNvPr>
          <p:cNvSpPr txBox="1"/>
          <p:nvPr/>
        </p:nvSpPr>
        <p:spPr>
          <a:xfrm>
            <a:off x="1926166" y="0"/>
            <a:ext cx="529166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b="1" dirty="0">
                <a:latin typeface="Montserrat" pitchFamily="2" charset="0"/>
              </a:rPr>
              <a:t>Información emitida por radioescuchas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58B6BA3A-E6A4-8F21-0DC2-57C74DE0D2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9502" y="269271"/>
            <a:ext cx="5791971" cy="48742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788813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>
            <a:extLst>
              <a:ext uri="{FF2B5EF4-FFF2-40B4-BE49-F238E27FC236}">
                <a16:creationId xmlns:a16="http://schemas.microsoft.com/office/drawing/2014/main" id="{9BA4FDF3-73D0-20C6-94F5-7E9F2481C0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41106" y="1453514"/>
            <a:ext cx="5061788" cy="22364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7362456"/>
      </p:ext>
    </p:extLst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4028</TotalTime>
  <Words>64</Words>
  <Application>Microsoft Office PowerPoint</Application>
  <PresentationFormat>Presentación en pantalla (16:9)</PresentationFormat>
  <Paragraphs>15</Paragraphs>
  <Slides>12</Slides>
  <Notes>3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12</vt:i4>
      </vt:variant>
    </vt:vector>
  </HeadingPairs>
  <TitlesOfParts>
    <vt:vector size="16" baseType="lpstr">
      <vt:lpstr>Montserrat</vt:lpstr>
      <vt:lpstr>Arial</vt:lpstr>
      <vt:lpstr>Montserrat Black</vt:lpstr>
      <vt:lpstr>Simple Light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Francisco Villeda</dc:creator>
  <cp:lastModifiedBy>Francisco Villeda Velazquez</cp:lastModifiedBy>
  <cp:revision>392</cp:revision>
  <dcterms:modified xsi:type="dcterms:W3CDTF">2026-06-05T00:55:12Z</dcterms:modified>
</cp:coreProperties>
</file>