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5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B973C-95E7-5F1F-77A5-BBBF79E18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18924A2-2FC8-A5D9-ED6A-FC12B1D12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87EEA69-7966-E10A-6773-B7F75E1E0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266301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23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B54C8D7-045C-A891-D6C0-FA1CD01AC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9097"/>
            <a:ext cx="9144000" cy="371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9BC27C-7B09-4E68-EA90-94519F5DC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61" y="1018949"/>
            <a:ext cx="7906853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F7ADB-E948-D2C9-A711-84764F61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F7145BD-7BE0-00E8-263B-F9CFBC964F60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C9448E-3346-34DC-50B2-F33D9125E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10" y="1514318"/>
            <a:ext cx="7916380" cy="22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048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EA54293-7D7A-89FC-9E29-7BA0CE275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7042"/>
            <a:ext cx="9144000" cy="3692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1502D23-6B0C-07B5-88B7-DFDFA71A0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744300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7AC6935-6C22-3B91-0FB8-8BFF18289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E123E72-A587-964E-9DB1-EFC5A84BE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037" y="1633537"/>
            <a:ext cx="6257925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B8147C3-7D7A-A15F-1A69-DF919B33D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718404"/>
            <a:ext cx="9144000" cy="3849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9B2228-BD7F-B965-DBB4-7658DBB64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0722"/>
            <a:ext cx="9144000" cy="292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A740B0-C018-238C-B19F-5A018384C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9150"/>
            <a:ext cx="9144000" cy="410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3E65B8D-5A6A-062B-48A3-6312D0BCC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6397"/>
            <a:ext cx="9144000" cy="301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AE11144-0BC0-FCBA-64EF-A6DF2467D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210"/>
            <a:ext cx="9144000" cy="216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B8D067-3579-9A68-D51A-9D027EFED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851"/>
            <a:ext cx="9144000" cy="426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4848</TotalTime>
  <Words>83</Words>
  <Application>Microsoft Office PowerPoint</Application>
  <PresentationFormat>Presentación en pantalla (16:9)</PresentationFormat>
  <Paragraphs>20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506</cp:revision>
  <dcterms:modified xsi:type="dcterms:W3CDTF">2026-09-23T23:43:35Z</dcterms:modified>
</cp:coreProperties>
</file>