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415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3" r:id="rId17"/>
    <p:sldId id="414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B973C-95E7-5F1F-77A5-BBBF79E1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8924A2-2FC8-A5D9-ED6A-FC12B1D12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7EEA69-7966-E10A-6773-B7F75E1E0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6630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22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71A503-B8EB-D762-8DAB-4B4B1FA67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9173"/>
            <a:ext cx="9144000" cy="370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0908C4-0789-DB46-DD5A-BEFF9C1B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8111"/>
            <a:ext cx="9144000" cy="277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CAB345-F7BC-054A-480C-CB03BDBBB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7731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9BC27C-7B09-4E68-EA90-94519F5DC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61" y="1018949"/>
            <a:ext cx="790685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F7ADB-E948-D2C9-A711-84764F61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F7145BD-7BE0-00E8-263B-F9CFBC964F60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C9448E-3346-34DC-50B2-F33D9125E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10" y="1514318"/>
            <a:ext cx="7916380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4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A54293-7D7A-89FC-9E29-7BA0CE275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042"/>
            <a:ext cx="9144000" cy="369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502D23-6B0C-07B5-88B7-DFDFA71A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7443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AC6935-6C22-3B91-0FB8-8BFF18289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123E72-A587-964E-9DB1-EFC5A84BE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1633537"/>
            <a:ext cx="62579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EAB0EB-3EA5-C970-109F-87B9E454A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543"/>
            <a:ext cx="9144000" cy="379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A68F3D-0FF6-1B92-D418-71F7C64E0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768"/>
            <a:ext cx="9144000" cy="29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8F88D1-049B-50EE-251A-F0FFA8A8C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067"/>
            <a:ext cx="9144000" cy="409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FC991C-BB11-1556-7937-5795E71F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432"/>
            <a:ext cx="9144000" cy="29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1C6D09-EE3A-1777-40A1-2349F8FA2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014"/>
            <a:ext cx="9144000" cy="43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CE5F28-CB36-5B16-2569-99860955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53" y="445960"/>
            <a:ext cx="7894269" cy="460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E2A2C-E973-2822-A8C4-C9D743FD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69B776E-FE0D-2C7F-AB06-D24F375B3B27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4C952D-4FAA-61A8-A9D4-4DD76F373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72" y="395912"/>
            <a:ext cx="7985432" cy="471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08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4844</TotalTime>
  <Words>87</Words>
  <Application>Microsoft Office PowerPoint</Application>
  <PresentationFormat>Presentación en pantalla (16:9)</PresentationFormat>
  <Paragraphs>21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505</cp:revision>
  <dcterms:modified xsi:type="dcterms:W3CDTF">2026-09-22T22:20:46Z</dcterms:modified>
</cp:coreProperties>
</file>