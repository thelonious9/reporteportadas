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7"/>
  </p:notesMasterIdLst>
  <p:sldIdLst>
    <p:sldId id="350" r:id="rId2"/>
    <p:sldId id="365" r:id="rId3"/>
    <p:sldId id="352" r:id="rId4"/>
    <p:sldId id="393" r:id="rId5"/>
    <p:sldId id="378" r:id="rId6"/>
    <p:sldId id="394" r:id="rId7"/>
    <p:sldId id="395" r:id="rId8"/>
    <p:sldId id="396" r:id="rId9"/>
    <p:sldId id="388" r:id="rId10"/>
    <p:sldId id="351" r:id="rId11"/>
    <p:sldId id="369" r:id="rId12"/>
    <p:sldId id="361" r:id="rId13"/>
    <p:sldId id="371" r:id="rId14"/>
    <p:sldId id="384" r:id="rId15"/>
    <p:sldId id="280" r:id="rId16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8"/>
      <p:bold r:id="rId19"/>
      <p:italic r:id="rId20"/>
      <p:boldItalic r:id="rId21"/>
    </p:embeddedFont>
    <p:embeddedFont>
      <p:font typeface="Montserrat Black" panose="00000A00000000000000" pitchFamily="2" charset="0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9FA"/>
    <a:srgbClr val="F4F6F8"/>
    <a:srgbClr val="691B31"/>
    <a:srgbClr val="3A3A3A"/>
    <a:srgbClr val="D8AB72"/>
    <a:srgbClr val="B28D5E"/>
    <a:srgbClr val="DBC6A0"/>
    <a:srgbClr val="F6E3C5"/>
    <a:srgbClr val="BC955B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3" d="100"/>
          <a:sy n="133" d="100"/>
        </p:scale>
        <p:origin x="906" y="120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63358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D8FB4-E321-0E01-8262-6CF75FF3C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992D699-CFB9-7D9E-96EA-B379B7F5A6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055D00D-F622-9591-B42F-DD768852A2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724661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19 </a:t>
            </a:r>
            <a:r>
              <a:rPr lang="es-MX" sz="1600" dirty="0">
                <a:solidFill>
                  <a:srgbClr val="D8AB72"/>
                </a:solidFill>
              </a:rPr>
              <a:t> de mayo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14:00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78379D8F-E8C5-7EA8-DBB0-B6484BBC9BD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B432DDE-4205-7B6E-5575-D1BCFF3C2B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0253"/>
            <a:ext cx="9144000" cy="3802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651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733E49C1-1D8F-00BE-B848-54AEEE19433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5E24374-CD9B-B04B-7759-E24B1D2B8A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02382"/>
            <a:ext cx="9144000" cy="2738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673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115B23-9219-C74D-1B93-EB466FF53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5272FFEB-F79A-B289-E2B0-F9E2F92695D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735C1403-6B17-4639-0F72-44D98540CC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385" y="691088"/>
            <a:ext cx="6844205" cy="390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791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DFC28BF4-D482-2861-AE41-CFF0342FFB9A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998D318-2111-4682-D50E-9A3F9F3CF1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284" y="485484"/>
            <a:ext cx="7935432" cy="4172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384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895CBB-7EDA-678C-3FCC-2B16BA897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1286EB35-EF9C-CD29-A384-54A2E32DDA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BC68C71-CABF-C168-CDB8-68E273D19A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8596"/>
            <a:ext cx="9144000" cy="3806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2059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C1EBBA-92C3-5476-C1AF-7F36B78D3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883E10B7-5306-FB47-3253-891CB7DAD4C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558CA671-5C2E-1B86-D5D3-A44013FCE8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80800"/>
            <a:ext cx="4535488" cy="29592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80340C53-CD80-47AF-9952-3E75D098B8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5488" y="1163588"/>
            <a:ext cx="4608512" cy="271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221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20EC88FD-15B2-677D-05EF-322F29B5CBF5}"/>
              </a:ext>
            </a:extLst>
          </p:cNvPr>
          <p:cNvSpPr txBox="1"/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15CD1CA0-E023-15C2-7F8F-D785B060BF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362" y="666484"/>
            <a:ext cx="8059275" cy="3810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487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0EEF366-68E5-F251-52E6-7552EA3208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0265"/>
            <a:ext cx="9144000" cy="3985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73FBBA2-A1FF-F69B-C77E-4E1592747A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21165"/>
            <a:ext cx="9144000" cy="2901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3E20-D2E3-C7B6-3681-7F75E49F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D220DED-6E95-D0AE-57E3-7DFB60F03ADD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A0A0FF3-ED5A-041D-6107-2840373227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6033"/>
            <a:ext cx="9144000" cy="3291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92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9DDC240-34F1-6712-8114-166BC6E84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13171"/>
            <a:ext cx="9144000" cy="3117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384203E-EB6E-9E1B-ED9F-2AA18AB77E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8682"/>
            <a:ext cx="9144000" cy="4126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5CA6E3AA-9467-5FF2-A182-F9C74DF835BA}"/>
              </a:ext>
            </a:extLst>
          </p:cNvPr>
          <p:cNvSpPr txBox="1"/>
          <p:nvPr/>
        </p:nvSpPr>
        <p:spPr>
          <a:xfrm>
            <a:off x="1926166" y="0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Información emitida por radioescuchas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5213828-7BBB-ABC2-5407-1FDA614F4B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39320"/>
            <a:ext cx="9144000" cy="3064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8881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3933</TotalTime>
  <Words>67</Words>
  <Application>Microsoft Office PowerPoint</Application>
  <PresentationFormat>Presentación en pantalla (16:9)</PresentationFormat>
  <Paragraphs>18</Paragraphs>
  <Slides>15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Montserrat Black</vt:lpstr>
      <vt:lpstr>Arial</vt:lpstr>
      <vt:lpstr>Montserrat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370</cp:revision>
  <dcterms:modified xsi:type="dcterms:W3CDTF">2026-05-20T01:02:24Z</dcterms:modified>
</cp:coreProperties>
</file>