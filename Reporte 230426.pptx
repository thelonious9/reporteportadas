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6"/>
  </p:notesMasterIdLst>
  <p:sldIdLst>
    <p:sldId id="350" r:id="rId2"/>
    <p:sldId id="365" r:id="rId3"/>
    <p:sldId id="352" r:id="rId4"/>
    <p:sldId id="378" r:id="rId5"/>
    <p:sldId id="281" r:id="rId6"/>
    <p:sldId id="351" r:id="rId7"/>
    <p:sldId id="369" r:id="rId8"/>
    <p:sldId id="361" r:id="rId9"/>
    <p:sldId id="371" r:id="rId10"/>
    <p:sldId id="370" r:id="rId11"/>
    <p:sldId id="384" r:id="rId12"/>
    <p:sldId id="380" r:id="rId13"/>
    <p:sldId id="385" r:id="rId14"/>
    <p:sldId id="280" r:id="rId15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7"/>
      <p:bold r:id="rId18"/>
      <p:italic r:id="rId19"/>
      <p:boldItalic r:id="rId20"/>
    </p:embeddedFont>
    <p:embeddedFont>
      <p:font typeface="Montserrat Black" panose="00000A00000000000000" pitchFamily="2" charset="0"/>
      <p:bold r:id="rId21"/>
      <p:italic r:id="rId22"/>
      <p:boldItalic r:id="rId23"/>
    </p:embeddedFont>
    <p:embeddedFont>
      <p:font typeface="Segoe UI" panose="020B0502040204020203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23</a:t>
            </a:r>
            <a:r>
              <a:rPr lang="es-MX" sz="1600" dirty="0">
                <a:solidFill>
                  <a:srgbClr val="D8AB72"/>
                </a:solidFill>
              </a:rPr>
              <a:t> de abril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1F92B6B-36BB-DEBD-B37A-A5F760593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3220"/>
            <a:ext cx="9144000" cy="4254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F85027C-23F3-CD4E-E271-04EEEA80F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05878"/>
            <a:ext cx="9144000" cy="307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24FFE48F-C653-2543-9F6B-313A1EA9A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5235"/>
            <a:ext cx="9144000" cy="259063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49FF528-5C6C-2D52-4BAB-1BA081AE2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95865"/>
            <a:ext cx="3722400" cy="61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3A896FC-8168-8E2C-E4F7-11A96AAB671C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42480D3-F896-F25A-C334-4CE5F23BB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6252"/>
            <a:ext cx="9144000" cy="4410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FE34E0D-5F90-53B3-7B0B-99B9E2F48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6542"/>
            <a:ext cx="9144000" cy="329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6773164-73E1-EB01-0B22-1C5320B7B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0135"/>
            <a:ext cx="9144000" cy="4503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32EAD86-B1FF-5366-E4F6-4F3A5DF93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0397"/>
            <a:ext cx="9144000" cy="3482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786491A-D10E-D8DF-8137-274BEEBA4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2917"/>
            <a:ext cx="9144000" cy="265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6903D2B-B628-46FF-5530-8427CCDFD7AB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5598860-B63B-27A7-ACCA-03E2CB683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6416"/>
            <a:ext cx="9144000" cy="237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94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F1244-19EC-0EAD-B6B6-7DE5F3AE9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663A989B-13BA-D6AB-C954-BA6B16ED666A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1C9A739-8CD7-15F2-7764-9121128D2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1365"/>
            <a:ext cx="9144000" cy="242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593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3CD2619-00B8-8B02-6415-81CE05D5337A}"/>
              </a:ext>
            </a:extLst>
          </p:cNvPr>
          <p:cNvSpPr txBox="1"/>
          <p:nvPr/>
        </p:nvSpPr>
        <p:spPr>
          <a:xfrm>
            <a:off x="2249488" y="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i="0" dirty="0">
                <a:solidFill>
                  <a:srgbClr val="611232"/>
                </a:solidFill>
                <a:effectLst/>
                <a:latin typeface="Segoe UI" panose="020B0502040204020203" pitchFamily="34" charset="0"/>
              </a:rPr>
              <a:t>Información Emitida por Radioescuchas</a:t>
            </a:r>
            <a:endParaRPr lang="es-MX" sz="16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F45E563-0643-EA26-596B-35384AE2C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7721"/>
            <a:ext cx="9144000" cy="396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32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6973D-615E-9C5E-B3A1-8BC3A5786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86DF90B-7E9C-9611-0884-FD6303514033}"/>
              </a:ext>
            </a:extLst>
          </p:cNvPr>
          <p:cNvSpPr txBox="1"/>
          <p:nvPr/>
        </p:nvSpPr>
        <p:spPr>
          <a:xfrm>
            <a:off x="2249488" y="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i="0" dirty="0">
                <a:solidFill>
                  <a:srgbClr val="611232"/>
                </a:solidFill>
                <a:effectLst/>
                <a:latin typeface="Segoe UI" panose="020B0502040204020203" pitchFamily="34" charset="0"/>
              </a:rPr>
              <a:t>Información Emitida por Radioescuchas</a:t>
            </a:r>
            <a:endParaRPr lang="es-MX" sz="16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3CA092B-CAE1-E819-D324-411CC30FB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303"/>
            <a:ext cx="9144000" cy="4458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478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3656</TotalTime>
  <Words>75</Words>
  <Application>Microsoft Office PowerPoint</Application>
  <PresentationFormat>Presentación en pantalla (16:9)</PresentationFormat>
  <Paragraphs>17</Paragraphs>
  <Slides>14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Montserrat Black</vt:lpstr>
      <vt:lpstr>Segoe UI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348</cp:revision>
  <dcterms:modified xsi:type="dcterms:W3CDTF">2026-04-23T15:38:49Z</dcterms:modified>
</cp:coreProperties>
</file>