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24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9140D58-A794-3D75-BC8E-8AA2B915FB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67612"/>
            <a:ext cx="9144000" cy="335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8A616AF-4897-314A-E831-79F8E33EF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2931"/>
            <a:ext cx="9144000" cy="2460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5D79C62-12BE-31ED-97B8-EDCACFB07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D91600-14B7-F11B-87BF-E91B21084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20" y="737922"/>
            <a:ext cx="7944959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E0B8D74-BF56-E2D8-5663-37365A3CA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140"/>
            <a:ext cx="9144000" cy="338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01CA5E1-CC9C-38CF-F307-BB48A2AFB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B757FE6-599D-008E-45DF-1D3796111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DF33262-5375-6053-CF93-E0CDF102D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35" y="1042764"/>
            <a:ext cx="7563906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EA327C-1BCD-121F-D6AB-5DC7A8B77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7730"/>
            <a:ext cx="9144000" cy="3368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66FD91-37C7-55C3-220F-FC4025E74F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6988"/>
            <a:ext cx="9144000" cy="26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DD9CCA-9BBE-B4EA-029E-A2472A42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984"/>
            <a:ext cx="9144000" cy="31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E031829-7D83-2FA3-275A-D1F3330EE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6028"/>
            <a:ext cx="9144000" cy="281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115144-266E-E368-2513-75F21D9B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793"/>
            <a:ext cx="9144000" cy="3892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EC554CF-2C26-3B0B-2D0C-75F06B979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5774"/>
            <a:ext cx="9144000" cy="301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4739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Montserrat</vt:lpstr>
      <vt:lpstr>Montserrat Black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474</cp:revision>
  <dcterms:modified xsi:type="dcterms:W3CDTF">2026-08-24T23:05:45Z</dcterms:modified>
</cp:coreProperties>
</file>