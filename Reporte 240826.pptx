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24</a:t>
            </a:r>
            <a:r>
              <a:rPr lang="es-MX" sz="1600" dirty="0">
                <a:solidFill>
                  <a:srgbClr val="D8AB72"/>
                </a:solidFill>
              </a:rPr>
              <a:t>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9140D58-A794-3D75-BC8E-8AA2B915F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7612"/>
            <a:ext cx="9144000" cy="335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8A616AF-4897-314A-E831-79F8E33EF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2931"/>
            <a:ext cx="9144000" cy="246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5D79C62-12BE-31ED-97B8-EDCACFB07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D91600-14B7-F11B-87BF-E91B21084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20" y="737922"/>
            <a:ext cx="7944959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E0B8D74-BF56-E2D8-5663-37365A3CA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140"/>
            <a:ext cx="9144000" cy="338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01CA5E1-CC9C-38CF-F307-BB48A2AFB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B757FE6-599D-008E-45DF-1D3796111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DF33262-5375-6053-CF93-E0CDF102D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35" y="1042764"/>
            <a:ext cx="7563906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8608F1-BBE5-3158-07CA-AFA5D6A89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887055"/>
            <a:ext cx="9144000" cy="351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BF90EC-7ECC-A7B5-CAD8-F5C541AF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3556"/>
            <a:ext cx="9144000" cy="267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9EC498-C067-8AFD-AC23-6F4F7B7BE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5386"/>
            <a:ext cx="9144000" cy="325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85A8F9-BA00-C2FE-2FF4-31CBD9E73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5739"/>
            <a:ext cx="9144000" cy="279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02A4F44-5EBD-AA60-DD10-BDEDFFF45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628"/>
            <a:ext cx="9144000" cy="388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5270AC-B374-C138-D7C9-15F9BE90E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3983"/>
            <a:ext cx="9144000" cy="303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4732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473</cp:revision>
  <dcterms:modified xsi:type="dcterms:W3CDTF">2026-08-24T16:02:29Z</dcterms:modified>
</cp:coreProperties>
</file>