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14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octubre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17:00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6DC90A-89F0-1002-58ED-80CC35A5D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8833"/>
            <a:ext cx="9144000" cy="340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61FE94B-A5BC-FC4C-CD17-620016F54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2358"/>
            <a:ext cx="9144000" cy="248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Temas Gobierno del estado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FFD78FC-1F9E-671F-5AE1-AEF660CC3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85CB288-18F8-DEF5-50EA-5D3AA1E2D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37" y="521758"/>
            <a:ext cx="6943725" cy="143827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9BB1715-0AA7-42D1-3F0D-E7C9F447D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62865"/>
            <a:ext cx="9144000" cy="300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945C6F5-9F8E-3605-7D3F-D7DCF9F11530}"/>
              </a:ext>
            </a:extLst>
          </p:cNvPr>
          <p:cNvSpPr txBox="1"/>
          <p:nvPr/>
        </p:nvSpPr>
        <p:spPr>
          <a:xfrm>
            <a:off x="2037600" y="2320022"/>
            <a:ext cx="518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9C15E5D-8640-0587-FD2D-8EB5BB9C28DE}"/>
              </a:ext>
            </a:extLst>
          </p:cNvPr>
          <p:cNvSpPr txBox="1"/>
          <p:nvPr/>
        </p:nvSpPr>
        <p:spPr>
          <a:xfrm>
            <a:off x="2037600" y="2320022"/>
            <a:ext cx="518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7B528B1-762E-8C40-C055-69E2866D7795}"/>
              </a:ext>
            </a:extLst>
          </p:cNvPr>
          <p:cNvSpPr txBox="1"/>
          <p:nvPr/>
        </p:nvSpPr>
        <p:spPr>
          <a:xfrm>
            <a:off x="2037600" y="2320022"/>
            <a:ext cx="518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0DED197-F185-B9C3-86FE-B78554448A90}"/>
              </a:ext>
            </a:extLst>
          </p:cNvPr>
          <p:cNvSpPr txBox="1"/>
          <p:nvPr/>
        </p:nvSpPr>
        <p:spPr>
          <a:xfrm>
            <a:off x="2037600" y="2320022"/>
            <a:ext cx="518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255ACA1-9271-F0A7-3CCA-894F4BA05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2614"/>
            <a:ext cx="9144000" cy="341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02E4074-957C-C3B5-4500-007CF598F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6271"/>
            <a:ext cx="9144000" cy="271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DCE8016-2717-7624-D54D-4DD01F586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1595"/>
            <a:ext cx="9144000" cy="356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447C9E1-9991-B26D-6B27-ED0D5D0063DD}"/>
              </a:ext>
            </a:extLst>
          </p:cNvPr>
          <p:cNvSpPr txBox="1"/>
          <p:nvPr/>
        </p:nvSpPr>
        <p:spPr>
          <a:xfrm>
            <a:off x="2037600" y="2320022"/>
            <a:ext cx="518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No se registró información del gobernador en radiodifusoras</a:t>
            </a:r>
          </a:p>
        </p:txBody>
      </p:sp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51EFAE0-83FC-1202-2502-D7A9E38C8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2938"/>
            <a:ext cx="914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Comentarios emitidos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7679B8D-9E3E-3401-87C3-9019DF80E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166" y="923925"/>
            <a:ext cx="520065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4954</TotalTime>
  <Words>122</Words>
  <Application>Microsoft Office PowerPoint</Application>
  <PresentationFormat>Presentación en pantalla (16:9)</PresentationFormat>
  <Paragraphs>24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536</cp:revision>
  <dcterms:modified xsi:type="dcterms:W3CDTF">2026-10-14T23:15:58Z</dcterms:modified>
</cp:coreProperties>
</file>