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14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C6DC90A-89F0-1002-58ED-80CC35A5D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8833"/>
            <a:ext cx="9144000" cy="3408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61FE94B-A5BC-FC4C-CD17-620016F547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2358"/>
            <a:ext cx="9144000" cy="248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Temas 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FFD78FC-1F9E-671F-5AE1-AEF660CC3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85CB288-18F8-DEF5-50EA-5D3AA1E2D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137" y="521758"/>
            <a:ext cx="6943725" cy="143827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9BB1715-0AA7-42D1-3F0D-E7C9F447D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62865"/>
            <a:ext cx="9144000" cy="300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945C6F5-9F8E-3605-7D3F-D7DCF9F11530}"/>
              </a:ext>
            </a:extLst>
          </p:cNvPr>
          <p:cNvSpPr txBox="1"/>
          <p:nvPr/>
        </p:nvSpPr>
        <p:spPr>
          <a:xfrm>
            <a:off x="2037600" y="2320022"/>
            <a:ext cx="518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9C15E5D-8640-0587-FD2D-8EB5BB9C28DE}"/>
              </a:ext>
            </a:extLst>
          </p:cNvPr>
          <p:cNvSpPr txBox="1"/>
          <p:nvPr/>
        </p:nvSpPr>
        <p:spPr>
          <a:xfrm>
            <a:off x="2037600" y="2320022"/>
            <a:ext cx="518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7B528B1-762E-8C40-C055-69E2866D7795}"/>
              </a:ext>
            </a:extLst>
          </p:cNvPr>
          <p:cNvSpPr txBox="1"/>
          <p:nvPr/>
        </p:nvSpPr>
        <p:spPr>
          <a:xfrm>
            <a:off x="2037600" y="2320022"/>
            <a:ext cx="518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0DED197-F185-B9C3-86FE-B78554448A90}"/>
              </a:ext>
            </a:extLst>
          </p:cNvPr>
          <p:cNvSpPr txBox="1"/>
          <p:nvPr/>
        </p:nvSpPr>
        <p:spPr>
          <a:xfrm>
            <a:off x="2037600" y="2320022"/>
            <a:ext cx="518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1E707AF-25CA-04A1-3FE8-1ADEE8345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3430"/>
            <a:ext cx="9144000" cy="427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85B82A7-1CAC-4AF0-93F9-550541000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7401"/>
            <a:ext cx="9144000" cy="3331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CC3F6AE-09E7-8942-E10C-86402CA6D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7097"/>
            <a:ext cx="9144000" cy="3692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2A0840B-3C0C-62E4-8C40-9A69DCA85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1183"/>
            <a:ext cx="9144000" cy="238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B9E8213-DA96-35CF-9B9F-9962D2334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0167"/>
            <a:ext cx="9144000" cy="394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2CB4F50-E30A-38B2-05BB-7101BEE28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625" y="547688"/>
            <a:ext cx="7705725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4952</TotalTime>
  <Words>114</Words>
  <Application>Microsoft Office PowerPoint</Application>
  <PresentationFormat>Presentación en pantalla (16:9)</PresentationFormat>
  <Paragraphs>23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535</cp:revision>
  <dcterms:modified xsi:type="dcterms:W3CDTF">2026-10-14T15:43:45Z</dcterms:modified>
</cp:coreProperties>
</file>