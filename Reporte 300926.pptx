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418" r:id="rId7"/>
    <p:sldId id="394" r:id="rId8"/>
    <p:sldId id="395" r:id="rId9"/>
    <p:sldId id="396" r:id="rId10"/>
    <p:sldId id="403" r:id="rId11"/>
    <p:sldId id="388" r:id="rId12"/>
    <p:sldId id="351" r:id="rId13"/>
    <p:sldId id="361" r:id="rId14"/>
    <p:sldId id="412" r:id="rId15"/>
    <p:sldId id="371" r:id="rId16"/>
    <p:sldId id="413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EFC6-BD0D-E957-DA3B-E452429C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4C07A2-3A66-A51B-91E4-B930F3ED1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AC49ADD-CE59-ADCA-64AA-AFDE04977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9275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30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380192C-5DCB-3054-DAF7-19B320521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0091"/>
            <a:ext cx="9144000" cy="412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363613-F5FA-5C30-3004-14BCDEABE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9234"/>
            <a:ext cx="9144000" cy="308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753222-7EA3-0C90-B573-F03D981D8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662" y="691088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621E4E-B1C6-86CB-F00D-4AE6C7EA5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362" y="1852613"/>
            <a:ext cx="410527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EF1BD-C1B8-3631-07EC-961DDE71F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9F2DBA7C-A758-8E46-5CEF-A5CE898CE74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B7CE63-E66F-5E9F-4F1B-9FA695B62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87" y="757238"/>
            <a:ext cx="7772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50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8C43B1-6C23-1CCF-D981-6B465FC24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184"/>
            <a:ext cx="9144000" cy="414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924D79-A873-81F7-C324-306F7B464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662" y="954107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6D21B4-C790-BE44-C2A6-57CBB354B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662" y="691088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CAC2BB-C160-C2EF-6295-BE9EAFE22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742950"/>
            <a:ext cx="784860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DD7367-5392-C6E1-BCB8-7FBBF51B2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499662"/>
            <a:ext cx="9144000" cy="428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C4E59B1-24B0-84A1-B694-0D7171522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5774"/>
            <a:ext cx="9144000" cy="331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04B138-769D-D277-970F-44F1DA732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6951"/>
            <a:ext cx="9144000" cy="369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F8D7EF0-7327-BAAD-533E-D39028213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9170"/>
            <a:ext cx="9144000" cy="354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69CA08-1665-4409-B43F-E249AB7DB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628"/>
            <a:ext cx="9144000" cy="388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7E4461-AD78-C693-C4CE-683BA025C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8386"/>
            <a:ext cx="9144000" cy="37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4885</TotalTime>
  <Words>83</Words>
  <Application>Microsoft Office PowerPoint</Application>
  <PresentationFormat>Presentación en pantalla (16:9)</PresentationFormat>
  <Paragraphs>20</Paragraphs>
  <Slides>17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516</cp:revision>
  <dcterms:modified xsi:type="dcterms:W3CDTF">2026-09-30T23:27:01Z</dcterms:modified>
</cp:coreProperties>
</file>