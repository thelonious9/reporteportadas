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404" r:id="rId3"/>
    <p:sldId id="408" r:id="rId4"/>
    <p:sldId id="405" r:id="rId5"/>
    <p:sldId id="406" r:id="rId6"/>
    <p:sldId id="394" r:id="rId7"/>
    <p:sldId id="395" r:id="rId8"/>
    <p:sldId id="396" r:id="rId9"/>
    <p:sldId id="403" r:id="rId10"/>
    <p:sldId id="388" r:id="rId11"/>
    <p:sldId id="351" r:id="rId12"/>
    <p:sldId id="361" r:id="rId13"/>
    <p:sldId id="412" r:id="rId14"/>
    <p:sldId id="414" r:id="rId15"/>
    <p:sldId id="413" r:id="rId16"/>
    <p:sldId id="280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lack" panose="00000A00000000000000" pitchFamily="2" charset="0"/>
      <p:bold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  <a:srgbClr val="F8F9FA"/>
    <a:srgbClr val="F4F6F8"/>
    <a:srgbClr val="691B31"/>
    <a:srgbClr val="3A3A3A"/>
    <a:srgbClr val="D8AB72"/>
    <a:srgbClr val="B28D5E"/>
    <a:srgbClr val="DBC6A0"/>
    <a:srgbClr val="F6E3C5"/>
    <a:srgbClr val="BC95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4109-DE7B-A0CB-8032-9B5DA2AE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C87AE-6D7F-CE0F-E0C6-D0C8BCD2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045741-295A-AAE3-0DFE-431661A2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8BC3-87FB-F571-9453-91315B27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310CCB-9BA8-CACF-122A-2E5698054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E902B6-DBD4-2D27-E9AE-C2BB9100C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288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9B-A5BA-683F-3102-86EC1ED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198EAA-93A3-ABCB-5EF2-9AAC7563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78500B-3B7A-CCDD-313A-A5F5F567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4555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56B5-8E3D-156D-794A-66412674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D771-8785-1B74-5266-3056F738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BEC6D9-9EE0-0A69-9D44-7F3257631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7811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</a:t>
            </a:r>
            <a:r>
              <a:rPr lang="es-MX" sz="1600" dirty="0">
                <a:solidFill>
                  <a:srgbClr val="D8AB72"/>
                </a:solidFill>
              </a:rPr>
              <a:t>29</a:t>
            </a: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 de octubre</a:t>
            </a:r>
            <a:endParaRPr lang="es-MX" sz="1600" dirty="0">
              <a:solidFill>
                <a:srgbClr val="D8AB7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17:00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B07B-A97F-580B-C807-AADF2D98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22977-0971-C09F-23C7-1B431CA286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377AF4B-E03C-ED1F-0572-F5A1584224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08211"/>
            <a:ext cx="9144000" cy="3469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8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A93C4-2DEB-0E75-9E76-1B11E0B4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FB9268F8-6E5B-3D55-2045-C7F97FD6E2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42DA5CF-1CC5-02E8-2CB6-CAC81E6D10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01471"/>
            <a:ext cx="9144000" cy="2483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6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0744A-5BE4-2258-7B5D-8CC4A14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180E2173-FD03-9BE5-F659-52C8147788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Temas Gobierno del estado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7E5BE10A-DCF2-A601-E465-13D4587B3C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88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8FB7-1DE5-778D-6EFE-6E2E9565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3A60A8-6548-CD5C-EB96-B6431D9CA71B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0D82627-A81D-9F8F-5EC1-320932625A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2412" y="1771650"/>
            <a:ext cx="3486150" cy="174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1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C8F8F0E-3B98-C2B1-FE2D-C880722FCF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6716"/>
            <a:ext cx="9144000" cy="3510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204454C-BD06-8593-E176-EA91FDF14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88" y="954107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CF15C3D-472A-2FA0-6A2E-6CD0DB1EB3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88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C49C77A-4B7D-1048-02E8-1C9D4F5C80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512" y="1371600"/>
            <a:ext cx="7981950" cy="254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B66099F-4CAD-A408-3E5A-6D390992B4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725" y="870728"/>
            <a:ext cx="9144000" cy="3544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AAB6AC7-7933-508F-C276-EC59B84261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6903"/>
            <a:ext cx="9144000" cy="2609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87B24F4-8F37-01A6-C2F0-D9EF7174B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0804"/>
            <a:ext cx="9144000" cy="3901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828405A6-6663-981B-6621-84986BD5E42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gobernador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5070C09-2F19-5CDF-AA3E-E7A35A1B2F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8931"/>
            <a:ext cx="9144000" cy="2808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024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FECE25-AC21-A7D3-5461-977DF578F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4E866DD6-383B-7387-A9D4-E1185B62D9D3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Impactos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BB0547F-0592-0339-5AB4-43DBB5850E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7686"/>
            <a:ext cx="9144000" cy="4091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3556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DFF6A8-5146-E5F2-074F-084FCC971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250946C-99D0-0E60-607A-48C02ED03621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Comentarios emitidos por radioescuchas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1E46144-5389-1BCE-B352-A6167C0C2EC6}"/>
              </a:ext>
            </a:extLst>
          </p:cNvPr>
          <p:cNvSpPr txBox="1"/>
          <p:nvPr/>
        </p:nvSpPr>
        <p:spPr>
          <a:xfrm>
            <a:off x="1108288" y="2227689"/>
            <a:ext cx="6854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b="1" dirty="0">
                <a:latin typeface="Montserrat" panose="00000500000000000000" pitchFamily="2" charset="0"/>
              </a:rPr>
              <a:t>No se registraron comentarios de radioescuchas</a:t>
            </a:r>
          </a:p>
        </p:txBody>
      </p:sp>
    </p:spTree>
    <p:extLst>
      <p:ext uri="{BB962C8B-B14F-4D97-AF65-F5344CB8AC3E}">
        <p14:creationId xmlns:p14="http://schemas.microsoft.com/office/powerpoint/2010/main" val="12795737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5060</TotalTime>
  <Words>82</Words>
  <Application>Microsoft Office PowerPoint</Application>
  <PresentationFormat>Presentación en pantalla (16:9)</PresentationFormat>
  <Paragraphs>20</Paragraphs>
  <Slides>16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Montserrat Black</vt:lpstr>
      <vt:lpstr>Montserrat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555</cp:revision>
  <dcterms:modified xsi:type="dcterms:W3CDTF">2026-10-29T22:32:37Z</dcterms:modified>
</cp:coreProperties>
</file>