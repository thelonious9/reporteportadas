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9" r:id="rId13"/>
    <p:sldId id="361" r:id="rId14"/>
    <p:sldId id="371" r:id="rId15"/>
    <p:sldId id="400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</a:t>
            </a:r>
            <a:r>
              <a:rPr kumimoji="0" lang="es-MX" sz="1600" b="0" i="0" u="none" strike="noStrike" kern="0" cap="none" spc="0" normalizeH="0" baseline="0" noProof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: 14 </a:t>
            </a: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de julio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E010DB7-DAAD-E6E5-348C-62F1BC751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7955"/>
            <a:ext cx="9144000" cy="341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670C51F-18B2-A1F4-D5F7-5D024952B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8011"/>
            <a:ext cx="9144000" cy="2450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4790104-594D-739F-18E5-CDB919E0E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9B761C1-CD9C-8EF4-9538-37BAAF50B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6877"/>
            <a:ext cx="9144000" cy="3037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73CA884-A958-56FE-8906-B58E45267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6287"/>
            <a:ext cx="9144000" cy="339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F62C777-B11D-C724-18AD-7659A14B5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94AF0DD-441F-1044-19A4-3A880E13C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373" y="886658"/>
            <a:ext cx="6970230" cy="351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9CB98DA-790A-EFA0-C903-2E20301E0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245" y="899869"/>
            <a:ext cx="7954485" cy="348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2E36215-DB61-D433-0C35-893B04B0D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25" y="973965"/>
            <a:ext cx="9144000" cy="3338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E2FC078-2D16-1FAC-9A43-D337A04A5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7988"/>
            <a:ext cx="9144000" cy="261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D316830-891B-A2FC-BA11-7C43D29DB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9869"/>
            <a:ext cx="9144000" cy="382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5D2A800-1831-74CA-6BBF-0C19F602E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8193"/>
            <a:ext cx="9144000" cy="276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49A809F-7284-159E-0AFB-F526DC823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2087"/>
            <a:ext cx="9144000" cy="382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7C59986-F48B-C2F8-8717-714125E0D234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1168551-E9CA-8E7C-3A1E-F13D4F9EC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592" y="456934"/>
            <a:ext cx="2584815" cy="4686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20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4298</TotalTime>
  <Words>75</Words>
  <Application>Microsoft Office PowerPoint</Application>
  <PresentationFormat>Presentación en pantalla (16:9)</PresentationFormat>
  <Paragraphs>19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Montserrat Black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430</cp:revision>
  <dcterms:modified xsi:type="dcterms:W3CDTF">2026-07-14T15:19:25Z</dcterms:modified>
</cp:coreProperties>
</file>