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4"/>
  </p:notesMasterIdLst>
  <p:sldIdLst>
    <p:sldId id="350" r:id="rId2"/>
    <p:sldId id="365" r:id="rId3"/>
    <p:sldId id="352" r:id="rId4"/>
    <p:sldId id="378" r:id="rId5"/>
    <p:sldId id="281" r:id="rId6"/>
    <p:sldId id="351" r:id="rId7"/>
    <p:sldId id="369" r:id="rId8"/>
    <p:sldId id="361" r:id="rId9"/>
    <p:sldId id="371" r:id="rId10"/>
    <p:sldId id="385" r:id="rId11"/>
    <p:sldId id="384" r:id="rId12"/>
    <p:sldId id="280" r:id="rId1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Black" panose="00000A00000000000000" pitchFamily="2" charset="0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30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73AC45-952A-14BB-0556-C9C42FBC3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2187"/>
            <a:ext cx="9144000" cy="377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73F2B5C-BE60-74B6-DFB6-E97395AE2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5606"/>
            <a:ext cx="9144000" cy="271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01ADA79-9A22-59B5-28D3-59A841007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98" y="521758"/>
            <a:ext cx="7916380" cy="171473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0B0D0C0-B834-F8ED-D0B2-E913DBB46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6497"/>
            <a:ext cx="9144000" cy="199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7A4D93-B616-7C8D-1F3C-EF1E9075A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3526"/>
            <a:ext cx="9144000" cy="439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1AD3D8-D31E-1F1D-03CB-058A02FAC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135"/>
            <a:ext cx="9144000" cy="322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413714-8844-C189-2608-DBFDC5DAA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264"/>
            <a:ext cx="9144000" cy="367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480A8A-96CD-AF8C-310C-4F06D88DF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4196"/>
            <a:ext cx="9144000" cy="341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4595B8-EAFD-9C3B-EFC1-E79A170C6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362"/>
            <a:ext cx="9144000" cy="260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36BB3-46DA-8B56-0971-29B65222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69627B9-9162-9623-9454-B30787C6ACEB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EDF5E40-F017-7DD9-77A4-55175A8B9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5327"/>
            <a:ext cx="9144000" cy="435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86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2DBE90-FB49-958F-5F15-B34ABF434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524" y="1099932"/>
            <a:ext cx="3238952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3734</TotalTime>
  <Words>66</Words>
  <Application>Microsoft Office PowerPoint</Application>
  <PresentationFormat>Presentación en pantalla (16:9)</PresentationFormat>
  <Paragraphs>15</Paragraphs>
  <Slides>12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354</cp:revision>
  <dcterms:modified xsi:type="dcterms:W3CDTF">2026-05-01T01:09:41Z</dcterms:modified>
</cp:coreProperties>
</file>