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414" r:id="rId7"/>
    <p:sldId id="394" r:id="rId8"/>
    <p:sldId id="395" r:id="rId9"/>
    <p:sldId id="396" r:id="rId10"/>
    <p:sldId id="403" r:id="rId11"/>
    <p:sldId id="388" r:id="rId12"/>
    <p:sldId id="351" r:id="rId13"/>
    <p:sldId id="361" r:id="rId14"/>
    <p:sldId id="412" r:id="rId15"/>
    <p:sldId id="371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CABA9-1B88-E01C-B383-972BC6F18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42549DD-5D80-D18F-2858-526B98293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96831F6-37BB-C6AF-9AD8-B1C3A35C9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904915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24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septiembre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36AF134-AB88-A3C0-F0F0-B93EA60BA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00937"/>
            <a:ext cx="9144000" cy="374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E379E85-75D4-912B-F900-B2675C98D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54858"/>
            <a:ext cx="9144000" cy="2776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30A8E63-12C0-C94E-F50E-D06B3B924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385" y="7486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32A67CC-DA59-00C7-7F04-7101EB259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66" y="1085633"/>
            <a:ext cx="7830643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FE6BF-962D-BE43-F663-78B4D7132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AE5AD5F8-ED2B-25F2-819D-85B1B34FD8D9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AE66C00-2853-B26A-EA41-80746FD52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77" y="1447633"/>
            <a:ext cx="7859222" cy="239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501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BA0105C-0BD8-AEB4-94A5-E7FDB6000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8326"/>
            <a:ext cx="9144000" cy="372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BAF76E5-0C02-F101-70DE-806A8FC03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1068300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A3EE60C-C707-7344-4CBB-E159978AA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F6DCEDE-D985-3991-E946-02D2A0006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87" y="947738"/>
            <a:ext cx="7924800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B8147C3-7D7A-A15F-1A69-DF919B33D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5" y="718404"/>
            <a:ext cx="9144000" cy="3849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39B2228-BD7F-B965-DBB4-7658DBB64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0722"/>
            <a:ext cx="9144000" cy="292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6A740B0-C018-238C-B19F-5A018384C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9150"/>
            <a:ext cx="9144000" cy="410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3E65B8D-5A6A-062B-48A3-6312D0BCC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6397"/>
            <a:ext cx="9144000" cy="301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AE11144-0BC0-FCBA-64EF-A6DF2467D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9210"/>
            <a:ext cx="9144000" cy="2167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7B8D067-3579-9A68-D51A-9D027EFED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1851"/>
            <a:ext cx="9144000" cy="4262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4856</TotalTime>
  <Words>83</Words>
  <Application>Microsoft Office PowerPoint</Application>
  <PresentationFormat>Presentación en pantalla (16:9)</PresentationFormat>
  <Paragraphs>20</Paragraphs>
  <Slides>17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508</cp:revision>
  <dcterms:modified xsi:type="dcterms:W3CDTF">2026-09-24T15:39:15Z</dcterms:modified>
</cp:coreProperties>
</file>