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414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3" r:id="rId17"/>
    <p:sldId id="415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ABA9-1B88-E01C-B383-972BC6F1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2549DD-5D80-D18F-2858-526B98293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96831F6-37BB-C6AF-9AD8-B1C3A35C9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491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24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6AF134-AB88-A3C0-F0F0-B93EA60BA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0937"/>
            <a:ext cx="9144000" cy="374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379E85-75D4-912B-F900-B2675C98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4858"/>
            <a:ext cx="9144000" cy="277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0A8E63-12C0-C94E-F50E-D06B3B924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7486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2A67CC-DA59-00C7-7F04-7101EB259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6" y="1085633"/>
            <a:ext cx="7830643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E6BF-962D-BE43-F663-78B4D713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AE5AD5F8-ED2B-25F2-819D-85B1B34FD8D9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E66C00-2853-B26A-EA41-80746FD52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77" y="1447633"/>
            <a:ext cx="785922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0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A0105C-0BD8-AEB4-94A5-E7FDB600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8326"/>
            <a:ext cx="9144000" cy="372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AF76E5-0C02-F101-70DE-806A8FC03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10683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3EE60C-C707-7344-4CBB-E159978AA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6DCEDE-D985-3991-E946-02D2A0006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7" y="947738"/>
            <a:ext cx="79248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2C8CBD-6527-FF11-9A19-39864D35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4587"/>
            <a:ext cx="9144000" cy="381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19109F-B64C-2C8A-5B2F-9123081F0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3411"/>
            <a:ext cx="9144000" cy="295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DA0C24-F1D0-7195-2439-206AF7887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358"/>
            <a:ext cx="9144000" cy="414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96AAD3-9BDC-393F-A629-C73FF5872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807"/>
            <a:ext cx="9144000" cy="297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9E711B-CF25-098D-A05D-EEC589CB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693"/>
            <a:ext cx="9144000" cy="438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F3E00F-4662-7B61-5688-31A4A130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684484"/>
            <a:ext cx="9144000" cy="391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EF019-10BB-36A5-29AB-AF890C99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ED7BEEB-1D81-4758-2881-53D2F1769A4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9F009F-A13E-584A-D8E0-A5930D8E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4" y="719138"/>
            <a:ext cx="56959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45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4859</TotalTime>
  <Words>87</Words>
  <Application>Microsoft Office PowerPoint</Application>
  <PresentationFormat>Presentación en pantalla (16:9)</PresentationFormat>
  <Paragraphs>21</Paragraphs>
  <Slides>18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509</cp:revision>
  <dcterms:modified xsi:type="dcterms:W3CDTF">2026-09-24T22:11:38Z</dcterms:modified>
</cp:coreProperties>
</file>