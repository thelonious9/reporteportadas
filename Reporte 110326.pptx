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52" r:id="rId3"/>
    <p:sldId id="365" r:id="rId4"/>
    <p:sldId id="378" r:id="rId5"/>
    <p:sldId id="374" r:id="rId6"/>
    <p:sldId id="376" r:id="rId7"/>
    <p:sldId id="377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280" r:id="rId16"/>
  </p:sldIdLst>
  <p:sldSz cx="9144000" cy="5143500" type="screen16x9"/>
  <p:notesSz cx="6858000" cy="9144000"/>
  <p:embeddedFontLst>
    <p:embeddedFont>
      <p:font typeface="Montserrat" pitchFamily="2" charset="0"/>
      <p:regular r:id="rId18"/>
      <p:bold r:id="rId19"/>
      <p:italic r:id="rId20"/>
      <p:boldItalic r:id="rId21"/>
    </p:embeddedFont>
    <p:embeddedFont>
      <p:font typeface="Montserrat Black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308" y="272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11</a:t>
            </a:r>
            <a:r>
              <a:rPr lang="es-MX" sz="1600" dirty="0">
                <a:solidFill>
                  <a:srgbClr val="D8AB72"/>
                </a:solidFill>
              </a:rPr>
              <a:t>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3F145B1-87F6-3D8B-5D89-1B2A8089E8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560" y="1772411"/>
            <a:ext cx="2895600" cy="337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2A6DF79-58F2-B25A-7D0D-E808C6831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280" y="478642"/>
            <a:ext cx="8229600" cy="137997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8575030-79C0-B701-8345-76072F2FE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6960" y="1858619"/>
            <a:ext cx="3779520" cy="215972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22AF2B7-5F27-420C-0982-655F99889E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6560" y="4023964"/>
            <a:ext cx="3169920" cy="111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EB1EC0E-B98A-2198-D6C3-E15262DAC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058"/>
            <a:ext cx="9144000" cy="371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56D19F-49CC-8E13-E9E0-45CF1F0EB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8766"/>
            <a:ext cx="9144000" cy="380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7C6ED18-0A3C-F74B-853F-66CBA76FA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0660"/>
            <a:ext cx="9144000" cy="154589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06A6D8-7CC5-CEFC-FAF7-CFE4A8663FD8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581F446-9611-4770-923B-B8CC8618A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912282"/>
            <a:ext cx="4033520" cy="3302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D2CBD8A-FEFE-30F5-6C44-9D63FEE7B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906552"/>
            <a:ext cx="4572000" cy="177884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9970B62-6064-008C-4C05-EBFE2F128E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685393"/>
            <a:ext cx="2868828" cy="14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0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BD4BE96-F2E3-E812-50CF-66AB2076BC5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>
                <a:latin typeface="Montserrat" pitchFamily="2" charset="0"/>
              </a:rPr>
              <a:t>Gobernador</a:t>
            </a:r>
            <a:endParaRPr lang="es-MX" sz="2800" b="1" dirty="0">
              <a:latin typeface="Montserrat" pitchFamily="2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8B76088-4EF3-145D-9AED-35B3F0235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59" y="523220"/>
            <a:ext cx="3532143" cy="36372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8D945F1-B8E7-D136-5F09-3BF4AC842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408" y="514648"/>
            <a:ext cx="2934109" cy="30484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009AC5A-8491-E31A-E1DB-CE93BE87D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0277"/>
            <a:ext cx="4535488" cy="3460877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45ABA1E0-184F-7943-EE77-4841091A1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819491"/>
            <a:ext cx="4517293" cy="359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294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610BFFFA-A68D-A4C5-3185-D4186E302C8C}"/>
              </a:ext>
            </a:extLst>
          </p:cNvPr>
          <p:cNvSpPr txBox="1"/>
          <p:nvPr/>
        </p:nvSpPr>
        <p:spPr>
          <a:xfrm>
            <a:off x="1225126" y="144380"/>
            <a:ext cx="6620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b="1" dirty="0">
                <a:latin typeface="Montserrat" pitchFamily="2" charset="0"/>
              </a:rPr>
              <a:t>Información del 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DDFA130-7AEE-147C-4BE3-E54CCB92B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13" y="708153"/>
            <a:ext cx="9144000" cy="4435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80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777520B-FC57-D5D1-FC00-5D2571165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5772"/>
            <a:ext cx="9144000" cy="4474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A50C18B-1BB5-9DAE-2162-4526F3DBA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706"/>
            <a:ext cx="9144000" cy="327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F2A4F-7BAF-9FC3-8A5E-9929A72D3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7625"/>
            <a:ext cx="9144000" cy="368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1C797CC-67B3-C49F-567D-94745CD28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0520"/>
            <a:ext cx="9144000" cy="348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0FCF9A-C243-106E-9DD3-8780C6D6E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5584"/>
            <a:ext cx="9144000" cy="2712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040DE82-FF8E-8740-8EA6-89B870B74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8592"/>
            <a:ext cx="9144000" cy="240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0BD0867-6E1A-BF40-FCDB-A6B530D7A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22" y="337825"/>
            <a:ext cx="5772956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3026</TotalTime>
  <Words>78</Words>
  <Application>Microsoft Office PowerPoint</Application>
  <PresentationFormat>Presentación en pantalla (16:9)</PresentationFormat>
  <Paragraphs>18</Paragraphs>
  <Slides>15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298</cp:revision>
  <dcterms:modified xsi:type="dcterms:W3CDTF">2026-03-11T21:46:34Z</dcterms:modified>
</cp:coreProperties>
</file>