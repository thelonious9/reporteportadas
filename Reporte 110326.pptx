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52" r:id="rId3"/>
    <p:sldId id="365" r:id="rId4"/>
    <p:sldId id="378" r:id="rId5"/>
    <p:sldId id="374" r:id="rId6"/>
    <p:sldId id="376" r:id="rId7"/>
    <p:sldId id="377" r:id="rId8"/>
    <p:sldId id="281" r:id="rId9"/>
    <p:sldId id="351" r:id="rId10"/>
    <p:sldId id="369" r:id="rId11"/>
    <p:sldId id="361" r:id="rId12"/>
    <p:sldId id="371" r:id="rId13"/>
    <p:sldId id="370" r:id="rId14"/>
    <p:sldId id="379" r:id="rId15"/>
    <p:sldId id="380" r:id="rId16"/>
    <p:sldId id="280" r:id="rId17"/>
  </p:sldIdLst>
  <p:sldSz cx="9144000" cy="5143500" type="screen16x9"/>
  <p:notesSz cx="6858000" cy="9144000"/>
  <p:embeddedFontLst>
    <p:embeddedFont>
      <p:font typeface="Montserrat" pitchFamily="2" charset="0"/>
      <p:regular r:id="rId19"/>
      <p:bold r:id="rId20"/>
      <p:italic r:id="rId21"/>
      <p:boldItalic r:id="rId22"/>
    </p:embeddedFont>
    <p:embeddedFont>
      <p:font typeface="Montserrat Black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8"/>
    <a:srgbClr val="3A3A3A"/>
    <a:srgbClr val="691B31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308" y="272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11</a:t>
            </a:r>
            <a:r>
              <a:rPr lang="es-MX" sz="1600" dirty="0">
                <a:solidFill>
                  <a:srgbClr val="D8AB72"/>
                </a:solidFill>
              </a:rPr>
              <a:t> de marzo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3F145B1-87F6-3D8B-5D89-1B2A8089E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560" y="1772411"/>
            <a:ext cx="2895600" cy="3371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2A6DF79-58F2-B25A-7D0D-E808C6831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" y="478642"/>
            <a:ext cx="8229600" cy="137997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8575030-79C0-B701-8345-76072F2FE0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6960" y="1858619"/>
            <a:ext cx="3779520" cy="215972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22AF2B7-5F27-420C-0982-655F99889E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6560" y="4023964"/>
            <a:ext cx="3169920" cy="111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EB1EC0E-B98A-2198-D6C3-E15262DAC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4058"/>
            <a:ext cx="9144000" cy="371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956D19F-49CC-8E13-E9E0-45CF1F0EB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8766"/>
            <a:ext cx="9144000" cy="380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7C6ED18-0A3C-F74B-853F-66CBA76FA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0660"/>
            <a:ext cx="9144000" cy="154589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A06A6D8-7CC5-CEFC-FAF7-CFE4A8663FD8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581F446-9611-4770-923B-B8CC8618A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912282"/>
            <a:ext cx="4033520" cy="3302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D2CBD8A-FEFE-30F5-6C44-9D63FEE7B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906552"/>
            <a:ext cx="4572000" cy="177884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9970B62-6064-008C-4C05-EBFE2F128E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685393"/>
            <a:ext cx="2868828" cy="144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106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BD4BE96-F2E3-E812-50CF-66AB2076BC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>
                <a:latin typeface="Montserrat" pitchFamily="2" charset="0"/>
              </a:rPr>
              <a:t>Gobernador</a:t>
            </a:r>
            <a:endParaRPr lang="es-MX" sz="2800" b="1" dirty="0">
              <a:latin typeface="Montserrat" pitchFamily="2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8B76088-4EF3-145D-9AED-35B3F0235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59" y="523220"/>
            <a:ext cx="3532143" cy="36372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8D945F1-B8E7-D136-5F09-3BF4AC842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408" y="514648"/>
            <a:ext cx="2934109" cy="30484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009AC5A-8491-E31A-E1DB-CE93BE87D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50277"/>
            <a:ext cx="4535488" cy="3460877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45ABA1E0-184F-7943-EE77-4841091A1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819491"/>
            <a:ext cx="4517293" cy="359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294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610BFFFA-A68D-A4C5-3185-D4186E302C8C}"/>
              </a:ext>
            </a:extLst>
          </p:cNvPr>
          <p:cNvSpPr txBox="1"/>
          <p:nvPr/>
        </p:nvSpPr>
        <p:spPr>
          <a:xfrm>
            <a:off x="1225126" y="144380"/>
            <a:ext cx="66207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>
                <a:latin typeface="Montserrat" pitchFamily="2" charset="0"/>
              </a:rPr>
              <a:t>Información del gobernador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DDFA130-7AEE-147C-4BE3-E54CCB92B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13" y="708153"/>
            <a:ext cx="9144000" cy="4435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80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6EB1AF5-A795-1D83-4D83-D3E4D2B7B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25162"/>
            <a:ext cx="9144000" cy="409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EC340A-5074-17C7-E9DE-9812AF688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9438"/>
            <a:ext cx="9144000" cy="322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0BF1F0F-70BE-EA11-36CA-0BCD9911D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3206"/>
            <a:ext cx="9144000" cy="367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2BE9A5D-E0E5-90ED-CB9D-2028548C0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1710"/>
            <a:ext cx="9144000" cy="34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D98A8CB-CFAE-9695-3A65-FFCD89C99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4429"/>
            <a:ext cx="9144000" cy="243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02FF624-91D7-7E42-2C7A-B22D061D6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5681"/>
            <a:ext cx="9144000" cy="245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1A25-C9EE-F5E8-70B0-72848C49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D034C7B-D28A-2217-7904-DE5230378964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F69307-6B94-33B8-D22C-00D4513CC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38" y="666750"/>
            <a:ext cx="49625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6551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B8AA6159-06D0-1EE1-8265-4557BB321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6243"/>
            <a:ext cx="9144000" cy="363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3030</TotalTime>
  <Words>78</Words>
  <Application>Microsoft Office PowerPoint</Application>
  <PresentationFormat>Presentación en pantalla (16:9)</PresentationFormat>
  <Paragraphs>18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299</cp:revision>
  <dcterms:modified xsi:type="dcterms:W3CDTF">2026-03-11T22:16:41Z</dcterms:modified>
</cp:coreProperties>
</file>