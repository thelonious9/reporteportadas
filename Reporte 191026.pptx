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415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414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19231-8BFD-F3AB-7037-7A16B15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FC8ABDF-9C83-E3B5-B8BE-7B70BD5DC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38BC9C2-ADC7-4D30-0166-A7C104A38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73734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19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4A4E882-DDDA-C6BA-1F64-9DD80EC57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3740"/>
            <a:ext cx="9144000" cy="343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46C4A46-8594-224C-7518-FDF1A12C2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2931"/>
            <a:ext cx="9144000" cy="246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Temas 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713CE8A-4E10-CF42-E036-77DD5D7BA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6028B5-D80B-7E67-D41C-78AFE24C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462" y="1479712"/>
            <a:ext cx="8020050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2A819-FE5F-C52C-1985-3A071359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7594D0D0-A675-1A38-4147-8024A15036DC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4A2FBA2-891C-D7A8-CC77-CD84E2C65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34846"/>
            <a:ext cx="9144000" cy="241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590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137AB43-B467-D4CB-3AF2-B47A597BAF78}"/>
              </a:ext>
            </a:extLst>
          </p:cNvPr>
          <p:cNvSpPr txBox="1"/>
          <p:nvPr/>
        </p:nvSpPr>
        <p:spPr>
          <a:xfrm>
            <a:off x="1353600" y="2217807"/>
            <a:ext cx="6667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AB7FA67-03D2-B252-AFA0-87FA658907B5}"/>
              </a:ext>
            </a:extLst>
          </p:cNvPr>
          <p:cNvSpPr txBox="1"/>
          <p:nvPr/>
        </p:nvSpPr>
        <p:spPr>
          <a:xfrm>
            <a:off x="1353600" y="2217807"/>
            <a:ext cx="6667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180A866-8103-7391-F12A-DCF01D39617F}"/>
              </a:ext>
            </a:extLst>
          </p:cNvPr>
          <p:cNvSpPr txBox="1"/>
          <p:nvPr/>
        </p:nvSpPr>
        <p:spPr>
          <a:xfrm>
            <a:off x="1353600" y="2217807"/>
            <a:ext cx="6667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6C89079-3408-10CE-4AB0-4A10750AB576}"/>
              </a:ext>
            </a:extLst>
          </p:cNvPr>
          <p:cNvSpPr txBox="1"/>
          <p:nvPr/>
        </p:nvSpPr>
        <p:spPr>
          <a:xfrm>
            <a:off x="1360800" y="2289245"/>
            <a:ext cx="6667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09E2D55-FDCC-F3E2-08E8-A4EEE0A42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1036"/>
            <a:ext cx="9144000" cy="3404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11DEC70-61ED-1251-A2C9-2FB99055F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1965"/>
            <a:ext cx="9144000" cy="2602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5175B98-4FA1-260D-36D8-AB8C47F35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038"/>
            <a:ext cx="9144000" cy="389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1562C22-A056-C48F-4EF0-405398D9F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4948"/>
            <a:ext cx="9144000" cy="2353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FECE25-AC21-A7D3-5461-977DF578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E866DD6-383B-7387-A9D4-E1185B62D9D3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Impactos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81E828B-B7CC-7881-553B-5380FE6C4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0148"/>
            <a:ext cx="9144000" cy="416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55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D2C67BE-35FC-F967-D072-5BB8DF554D19}"/>
              </a:ext>
            </a:extLst>
          </p:cNvPr>
          <p:cNvSpPr txBox="1"/>
          <p:nvPr/>
        </p:nvSpPr>
        <p:spPr>
          <a:xfrm>
            <a:off x="907200" y="2166134"/>
            <a:ext cx="7516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anose="00000500000000000000" pitchFamily="2" charset="0"/>
              </a:rPr>
              <a:t>No se registró información emitida por radioescuchas</a:t>
            </a:r>
          </a:p>
        </p:txBody>
      </p:sp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4980</TotalTime>
  <Words>125</Words>
  <Application>Microsoft Office PowerPoint</Application>
  <PresentationFormat>Presentación en pantalla (16:9)</PresentationFormat>
  <Paragraphs>25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 Black</vt:lpstr>
      <vt:lpstr>Montserrat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540</cp:revision>
  <dcterms:modified xsi:type="dcterms:W3CDTF">2026-10-19T15:56:39Z</dcterms:modified>
</cp:coreProperties>
</file>