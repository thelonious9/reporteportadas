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24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FF16A3-39C7-9225-EC51-DB60697D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157"/>
            <a:ext cx="9144000" cy="424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57CA36-DBD0-7356-FFE9-6B0FBFF3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1961"/>
            <a:ext cx="9144000" cy="30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A0B5D5-8118-9C95-7817-DAE3D6DB2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9226"/>
            <a:ext cx="9144000" cy="2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D611392-D9AF-C4EF-52D7-8605B683F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187"/>
            <a:ext cx="9144000" cy="424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B09250-D397-BAB0-808C-9C0968F02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93" y="1124150"/>
            <a:ext cx="4587093" cy="3038075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5F154F9-29CC-75D5-A09E-6FA374A0D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34699"/>
            <a:ext cx="4572000" cy="292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2AD0537-CE18-2CF8-EAB4-CDE1F3D38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751" y="971190"/>
            <a:ext cx="1952898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CAE37F-1010-38D6-EF86-496D39767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0" y="1261879"/>
            <a:ext cx="7944959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DD8DA6-A694-593C-6D20-3EABEAA51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5561"/>
            <a:ext cx="9144000" cy="443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F6BEBB-5B5D-4B26-1AFD-34D6BD4D7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6544"/>
            <a:ext cx="9144000" cy="331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E5858D-1857-D39A-A1CC-F3743999A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813"/>
            <a:ext cx="9144000" cy="430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9CF594-82E7-5F74-EA57-01B96A212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2852"/>
            <a:ext cx="9144000" cy="353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E62471-C098-FBD8-556C-B0BE2D86A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078"/>
            <a:ext cx="9144000" cy="274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531507-D663-3C12-6264-96903662E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416"/>
            <a:ext cx="9144000" cy="268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3DD3D1-A11E-4BBC-F790-A66C08D4F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179"/>
            <a:ext cx="9144000" cy="233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7B2DE8-52CA-2251-3068-213B8D8D6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357"/>
            <a:ext cx="9144000" cy="450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3134</TotalTime>
  <Words>85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Segoe UI</vt:lpstr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315</cp:revision>
  <dcterms:modified xsi:type="dcterms:W3CDTF">2026-03-24T22:09:51Z</dcterms:modified>
</cp:coreProperties>
</file>