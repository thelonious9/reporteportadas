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16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F9BE56-D19F-F48C-E647-40E90BBE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839"/>
            <a:ext cx="9144000" cy="34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9A3F298-0A70-E067-F779-A537E3FC4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26806D-833B-145D-9E67-83AB1883F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32" y="644914"/>
            <a:ext cx="7929512" cy="39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59EF23-A4CB-640D-31A1-75EE2FE60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7771"/>
            <a:ext cx="9144000" cy="317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BF80C4-119F-1E35-A70F-08F2097E9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2173"/>
            <a:ext cx="9144000" cy="358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6EED79-E635-B253-9CE1-F345FA8B2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244"/>
            <a:ext cx="9144000" cy="263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7E234C-BFAC-40E5-B1CC-F4199F07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317"/>
            <a:ext cx="9144000" cy="3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C255DB-1623-E493-BE55-160854410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533"/>
            <a:ext cx="9144000" cy="27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A31499-0AD4-11C8-00E1-3AF85838A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082"/>
            <a:ext cx="9144000" cy="41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6B1847-18EC-BF54-9C6D-8C55415D1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77" y="347342"/>
            <a:ext cx="8221222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4302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436</cp:revision>
  <dcterms:modified xsi:type="dcterms:W3CDTF">2026-07-16T16:34:26Z</dcterms:modified>
</cp:coreProperties>
</file>