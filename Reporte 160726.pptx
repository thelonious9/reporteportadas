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16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FBF114E-EDA8-F0D2-F854-510408CE1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9672"/>
            <a:ext cx="9144000" cy="338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4ADF492-5A33-41E7-393D-A83507E15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1405"/>
            <a:ext cx="9144000" cy="2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A6E16D0-4122-C6A9-48D5-7814909C1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1361FE3-63EB-9546-53F7-5D8919502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273" y="885580"/>
            <a:ext cx="5944430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0F298F-3507-D839-854F-8728769C4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7661"/>
            <a:ext cx="9144000" cy="341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0B1FAAA-099B-AD7A-CDDD-B1DC4A5AB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60DC31-20E7-C531-A345-72815EB7F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9C7A9D4-70F9-BE82-D11E-3CB1F6D8C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56" y="1352370"/>
            <a:ext cx="7983064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2D511C-FEAB-BF9D-13C0-63D52EF4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7844"/>
            <a:ext cx="9144000" cy="35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FC1CD7-9DC7-670A-6A95-36E062506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26004"/>
            <a:ext cx="9144000" cy="263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B9B9FD7-6285-9EA0-EDB1-D97F23A84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9195"/>
            <a:ext cx="9144000" cy="328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D77439-E368-C13B-3232-56047BE84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1684"/>
            <a:ext cx="9144000" cy="284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16DB45F-3E36-367A-995E-ADC164D59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463"/>
            <a:ext cx="9144000" cy="3821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A64EE3-E937-A910-7996-471F07553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6873"/>
            <a:ext cx="9144000" cy="263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4328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437</cp:revision>
  <dcterms:modified xsi:type="dcterms:W3CDTF">2026-07-17T00:11:13Z</dcterms:modified>
</cp:coreProperties>
</file>