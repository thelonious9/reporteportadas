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15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8741E3-E39C-4206-3B0E-3BE20A43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1238"/>
            <a:ext cx="9144000" cy="348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1372E2-1FFE-721B-70E3-794B83A25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2159"/>
            <a:ext cx="9144000" cy="245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E19906D-15EA-3E4B-DE5A-4A5897B85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57" y="574864"/>
            <a:ext cx="8207485" cy="413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26A99A-32FC-B492-F837-516A284E6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3115"/>
            <a:ext cx="9144000" cy="298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F9BE56-D19F-F48C-E647-40E90BBE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2839"/>
            <a:ext cx="9144000" cy="346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9A3F298-0A70-E067-F779-A537E3FC4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426806D-833B-145D-9E67-83AB1883F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2" y="644914"/>
            <a:ext cx="7929512" cy="399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F59EF23-A4CB-640D-31A1-75EE2FE60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7771"/>
            <a:ext cx="9144000" cy="3170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FBF80C4-119F-1E35-A70F-08F2097E9F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2173"/>
            <a:ext cx="9144000" cy="358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E6EED79-E635-B253-9CE1-F345FA8B2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4244"/>
            <a:ext cx="9144000" cy="263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E7E234C-BFAC-40E5-B1CC-F4199F078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5317"/>
            <a:ext cx="9144000" cy="385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C255DB-1623-E493-BE55-160854410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8533"/>
            <a:ext cx="9144000" cy="274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AA31499-0AD4-11C8-00E1-3AF85838A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5082"/>
            <a:ext cx="9144000" cy="413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C6B1847-18EC-BF54-9C6D-8C55415D1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77" y="347342"/>
            <a:ext cx="8221222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4302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434</cp:revision>
  <dcterms:modified xsi:type="dcterms:W3CDTF">2026-07-16T00:18:35Z</dcterms:modified>
</cp:coreProperties>
</file>