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</a:t>
            </a:r>
            <a:r>
              <a: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: 15 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E010DB7-DAAD-E6E5-348C-62F1BC751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7955"/>
            <a:ext cx="9144000" cy="341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70C51F-18B2-A1F4-D5F7-5D024952B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8011"/>
            <a:ext cx="9144000" cy="245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790104-594D-739F-18E5-CDB919E0E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B761C1-CD9C-8EF4-9538-37BAAF50B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6877"/>
            <a:ext cx="9144000" cy="303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73CA884-A958-56FE-8906-B58E45267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6287"/>
            <a:ext cx="9144000" cy="339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62C777-B11D-C724-18AD-7659A14B5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4AF0DD-441F-1044-19A4-3A880E13C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73" y="886658"/>
            <a:ext cx="6970230" cy="351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CB98DA-790A-EFA0-C903-2E20301E0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45" y="899869"/>
            <a:ext cx="7954485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3D84AA7-CD3E-E8B2-E97D-B4708A48E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0092"/>
            <a:ext cx="9144000" cy="340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722C2C-342E-79CB-E7F4-AF1C0760B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0714"/>
            <a:ext cx="9144000" cy="258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274B34-0B12-FAD9-3E8F-A9BB1858B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799639"/>
            <a:ext cx="9144000" cy="368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91E4494-07FC-468F-3CF3-15531E7CA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250494"/>
            <a:ext cx="9144000" cy="278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42434C2-98FE-BB58-D502-164BBC3D3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0245"/>
            <a:ext cx="9144000" cy="21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D37052-4DFB-7570-9F3B-6A00B38D8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749" y="837948"/>
            <a:ext cx="3067478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4299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432</cp:revision>
  <dcterms:modified xsi:type="dcterms:W3CDTF">2026-07-15T15:27:31Z</dcterms:modified>
</cp:coreProperties>
</file>