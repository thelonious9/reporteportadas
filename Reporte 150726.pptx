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15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8741E3-E39C-4206-3B0E-3BE20A43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1238"/>
            <a:ext cx="9144000" cy="3483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1372E2-1FFE-721B-70E3-794B83A25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2159"/>
            <a:ext cx="9144000" cy="245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E19906D-15EA-3E4B-DE5A-4A5897B85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57" y="574864"/>
            <a:ext cx="8207485" cy="4136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26A99A-32FC-B492-F837-516A284E6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3115"/>
            <a:ext cx="9144000" cy="298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F9BE56-D19F-F48C-E647-40E90BBE1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2839"/>
            <a:ext cx="9144000" cy="346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9A3F298-0A70-E067-F779-A537E3FC4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426806D-833B-145D-9E67-83AB1883F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2" y="644914"/>
            <a:ext cx="7929512" cy="3996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F59EF23-A4CB-640D-31A1-75EE2FE60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7771"/>
            <a:ext cx="9144000" cy="3170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3D84AA7-CD3E-E8B2-E97D-B4708A48E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0092"/>
            <a:ext cx="9144000" cy="3406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3722C2C-342E-79CB-E7F4-AF1C0760B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0714"/>
            <a:ext cx="9144000" cy="258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274B34-0B12-FAD9-3E8F-A9BB1858B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799639"/>
            <a:ext cx="9144000" cy="368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1E4494-07FC-468F-3CF3-15531E7CA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250494"/>
            <a:ext cx="9144000" cy="27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2434C2-98FE-BB58-D502-164BBC3D3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0245"/>
            <a:ext cx="9144000" cy="21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6D37052-4DFB-7570-9F3B-6A00B38D8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749" y="837948"/>
            <a:ext cx="3067478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4301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433</cp:revision>
  <dcterms:modified xsi:type="dcterms:W3CDTF">2026-07-15T15:34:06Z</dcterms:modified>
</cp:coreProperties>
</file>