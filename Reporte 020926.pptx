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72" r:id="rId1"/>
  </p:sldMasterIdLst>
  <p:notesMasterIdLst>
    <p:notesMasterId r:id="rId18"/>
  </p:notesMasterIdLst>
  <p:sldIdLst>
    <p:sldId id="350" r:id="rId2"/>
    <p:sldId id="404" r:id="rId3"/>
    <p:sldId id="408" r:id="rId4"/>
    <p:sldId id="405" r:id="rId5"/>
    <p:sldId id="406" r:id="rId6"/>
    <p:sldId id="394" r:id="rId7"/>
    <p:sldId id="395" r:id="rId8"/>
    <p:sldId id="396" r:id="rId9"/>
    <p:sldId id="403" r:id="rId10"/>
    <p:sldId id="388" r:id="rId11"/>
    <p:sldId id="351" r:id="rId12"/>
    <p:sldId id="361" r:id="rId13"/>
    <p:sldId id="412" r:id="rId14"/>
    <p:sldId id="371" r:id="rId15"/>
    <p:sldId id="413" r:id="rId16"/>
    <p:sldId id="280" r:id="rId17"/>
  </p:sldIdLst>
  <p:sldSz cx="9144000" cy="5143500" type="screen16x9"/>
  <p:notesSz cx="6858000" cy="9144000"/>
  <p:embeddedFontLst>
    <p:embeddedFont>
      <p:font typeface="Montserrat" panose="00000500000000000000" pitchFamily="2" charset="0"/>
      <p:regular r:id="rId19"/>
      <p:bold r:id="rId20"/>
      <p:italic r:id="rId21"/>
      <p:boldItalic r:id="rId22"/>
    </p:embeddedFont>
    <p:embeddedFont>
      <p:font typeface="Montserrat Black" panose="00000A00000000000000" pitchFamily="2" charset="0"/>
      <p:bold r:id="rId23"/>
      <p:boldItalic r:id="rId24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65" userDrawn="1">
          <p15:clr>
            <a:srgbClr val="A4A3A4"/>
          </p15:clr>
        </p15:guide>
        <p15:guide id="2" pos="2857" userDrawn="1">
          <p15:clr>
            <a:srgbClr val="A4A3A4"/>
          </p15:clr>
        </p15:guide>
      </p15:sldGuideLst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FAD30198-60FD-D96C-7EFF-04ABEB9B0931}" name="Usuario invitado" initials="Ui" userId="Usuario invitado" providerId="Windows Live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AFAFA"/>
    <a:srgbClr val="F8F9FA"/>
    <a:srgbClr val="F4F6F8"/>
    <a:srgbClr val="691B31"/>
    <a:srgbClr val="3A3A3A"/>
    <a:srgbClr val="D8AB72"/>
    <a:srgbClr val="B28D5E"/>
    <a:srgbClr val="DBC6A0"/>
    <a:srgbClr val="F6E3C5"/>
    <a:srgbClr val="BC955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31682E8D-AFAE-4055-8BED-796683ABB225}">
  <a:tblStyle styleId="{31682E8D-AFAE-4055-8BED-796683ABB225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303" autoAdjust="0"/>
  </p:normalViewPr>
  <p:slideViewPr>
    <p:cSldViewPr snapToGrid="0">
      <p:cViewPr varScale="1">
        <p:scale>
          <a:sx n="133" d="100"/>
          <a:sy n="133" d="100"/>
        </p:scale>
        <p:origin x="906" y="114"/>
      </p:cViewPr>
      <p:guideLst>
        <p:guide orient="horz" pos="1665"/>
        <p:guide pos="2857"/>
      </p:guideLst>
    </p:cSldViewPr>
  </p:slideViewPr>
  <p:notesTextViewPr>
    <p:cViewPr>
      <p:scale>
        <a:sx n="3" d="2"/>
        <a:sy n="3" d="2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font" Target="fonts/font3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font" Target="fonts/font2.fntdata"/><Relationship Id="rId29" Type="http://schemas.microsoft.com/office/2018/10/relationships/authors" Target="author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6.fntdata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5.fntdata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font" Target="fonts/font1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4.fntdata"/><Relationship Id="rId27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221647252"/>
      </p:ext>
    </p:extLst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7A4109-DE7B-A0CB-8032-9B5DA2AED1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692C87AE-6D7F-CE0F-E0C6-D0C8BCD2EE1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D6045741-295A-AAE3-0DFE-431661A272A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MX" dirty="0"/>
          </a:p>
        </p:txBody>
      </p:sp>
    </p:spTree>
    <p:extLst>
      <p:ext uri="{BB962C8B-B14F-4D97-AF65-F5344CB8AC3E}">
        <p14:creationId xmlns:p14="http://schemas.microsoft.com/office/powerpoint/2010/main" val="40139218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D08BC3-87FB-F571-9453-91315B27F7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D6310CCB-9BA8-CACF-122A-2E5698054ED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6AE902B6-DBD4-2D27-E9AE-C2BB9100C51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MX" dirty="0"/>
          </a:p>
        </p:txBody>
      </p:sp>
    </p:spTree>
    <p:extLst>
      <p:ext uri="{BB962C8B-B14F-4D97-AF65-F5344CB8AC3E}">
        <p14:creationId xmlns:p14="http://schemas.microsoft.com/office/powerpoint/2010/main" val="14828897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E6519B-A5BA-683F-3102-86EC1ED2AE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A7198EAA-93A3-ABCB-5EF2-9AAC7563C7E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D778500B-3B7A-CCDD-313A-A5F5F567470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MX" dirty="0"/>
          </a:p>
        </p:txBody>
      </p:sp>
    </p:spTree>
    <p:extLst>
      <p:ext uri="{BB962C8B-B14F-4D97-AF65-F5344CB8AC3E}">
        <p14:creationId xmlns:p14="http://schemas.microsoft.com/office/powerpoint/2010/main" val="57455562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0D56B5-8E3D-156D-794A-66412674B1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012DD771-8785-1B74-5266-3056F738CCF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CDBEC6D9-9EE0-0A69-9D44-7F32576317C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MX" dirty="0"/>
          </a:p>
        </p:txBody>
      </p:sp>
    </p:spTree>
    <p:extLst>
      <p:ext uri="{BB962C8B-B14F-4D97-AF65-F5344CB8AC3E}">
        <p14:creationId xmlns:p14="http://schemas.microsoft.com/office/powerpoint/2010/main" val="266781134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7567EE-3B4E-8C48-2AAD-0C70B0A7FC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8F77A78B-931E-E4C0-06DD-65C39828E99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045FACC4-33AE-75CC-0129-66D11BC3A3C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MX" dirty="0"/>
          </a:p>
        </p:txBody>
      </p:sp>
    </p:spTree>
    <p:extLst>
      <p:ext uri="{BB962C8B-B14F-4D97-AF65-F5344CB8AC3E}">
        <p14:creationId xmlns:p14="http://schemas.microsoft.com/office/powerpoint/2010/main" val="10034832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5">
          <a:extLst>
            <a:ext uri="{FF2B5EF4-FFF2-40B4-BE49-F238E27FC236}">
              <a16:creationId xmlns:a16="http://schemas.microsoft.com/office/drawing/2014/main" id="{F25F0AE0-550E-E139-0EAA-601DDCDE3A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g14864f70b6d_0_51:notes">
            <a:extLst>
              <a:ext uri="{FF2B5EF4-FFF2-40B4-BE49-F238E27FC236}">
                <a16:creationId xmlns:a16="http://schemas.microsoft.com/office/drawing/2014/main" id="{CC41C0BC-CB49-17D9-FE89-62E8BEDFE01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7" name="Google Shape;107;g14864f70b6d_0_51:notes">
            <a:extLst>
              <a:ext uri="{FF2B5EF4-FFF2-40B4-BE49-F238E27FC236}">
                <a16:creationId xmlns:a16="http://schemas.microsoft.com/office/drawing/2014/main" id="{0F552A97-0F1D-AD78-E939-C9840F5EB68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36311237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0" name="Google Shape;30;p7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1" name="Google Shape;31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34" name="Google Shape;34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9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38" name="Google Shape;38;p9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43" name="Google Shape;43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1_Section header"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Google Shape;12;p3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1264"/>
            <a:ext cx="9143999" cy="5142236"/>
          </a:xfrm>
          <a:prstGeom prst="rect">
            <a:avLst/>
          </a:prstGeom>
          <a:noFill/>
          <a:ln>
            <a:noFill/>
          </a:ln>
        </p:spPr>
      </p:pic>
      <p:sp>
        <p:nvSpPr>
          <p:cNvPr id="13" name="Google Shape;13;p3"/>
          <p:cNvSpPr txBox="1">
            <a:spLocks noGrp="1"/>
          </p:cNvSpPr>
          <p:nvPr>
            <p:ph type="sldNum" idx="12"/>
          </p:nvPr>
        </p:nvSpPr>
        <p:spPr>
          <a:xfrm>
            <a:off x="8556784" y="4749851"/>
            <a:ext cx="548647" cy="393801"/>
          </a:xfrm>
          <a:prstGeom prst="rect">
            <a:avLst/>
          </a:prstGeom>
        </p:spPr>
        <p:txBody>
          <a:bodyPr spcFirstLastPara="1" wrap="square" lIns="159150" tIns="159150" rIns="159150" bIns="159150" anchor="t" anchorCtr="0">
            <a:normAutofit/>
          </a:bodyPr>
          <a:lstStyle>
            <a:lvl1pPr lvl="0">
              <a:buNone/>
              <a:defRPr sz="1074"/>
            </a:lvl1pPr>
            <a:lvl2pPr lvl="1">
              <a:buNone/>
              <a:defRPr sz="1074"/>
            </a:lvl2pPr>
            <a:lvl3pPr lvl="2">
              <a:buNone/>
              <a:defRPr sz="1074"/>
            </a:lvl3pPr>
            <a:lvl4pPr lvl="3">
              <a:buNone/>
              <a:defRPr sz="1074"/>
            </a:lvl4pPr>
            <a:lvl5pPr lvl="4">
              <a:buNone/>
              <a:defRPr sz="1074"/>
            </a:lvl5pPr>
            <a:lvl6pPr lvl="5">
              <a:buNone/>
              <a:defRPr sz="1074"/>
            </a:lvl6pPr>
            <a:lvl7pPr lvl="6">
              <a:buNone/>
              <a:defRPr sz="1074"/>
            </a:lvl7pPr>
            <a:lvl8pPr lvl="7">
              <a:buNone/>
              <a:defRPr sz="1074"/>
            </a:lvl8pPr>
            <a:lvl9pPr lvl="8">
              <a:buNone/>
              <a:defRPr sz="1074"/>
            </a:lvl9pPr>
          </a:lstStyle>
          <a:p>
            <a:fld id="{00000000-1234-1234-1234-123412341234}" type="slidenum">
              <a:rPr lang="es-419" smtClean="0"/>
              <a:pPr/>
              <a:t>‹Nº›</a:t>
            </a:fld>
            <a:endParaRPr lang="es-419"/>
          </a:p>
        </p:txBody>
      </p:sp>
    </p:spTree>
    <p:extLst>
      <p:ext uri="{BB962C8B-B14F-4D97-AF65-F5344CB8AC3E}">
        <p14:creationId xmlns:p14="http://schemas.microsoft.com/office/powerpoint/2010/main" val="144576915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73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1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número de diapositiva 1">
            <a:extLst>
              <a:ext uri="{FF2B5EF4-FFF2-40B4-BE49-F238E27FC236}">
                <a16:creationId xmlns:a16="http://schemas.microsoft.com/office/drawing/2014/main" id="{EB63C1ED-1A4B-E4D8-BBCB-DD9BCB7C36BC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>
            <a:normAutofit fontScale="55000" lnSpcReduction="20000"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fld id="{00000000-1234-1234-1234-123412341234}" type="slidenum">
              <a:rPr kumimoji="0" lang="es-419" sz="1074" b="0" i="0" u="none" strike="noStrike" kern="0" cap="none" spc="0" normalizeH="0" baseline="0" noProof="0" smtClean="0">
                <a:ln>
                  <a:noFill/>
                </a:ln>
                <a:solidFill>
                  <a:srgbClr val="595959"/>
                </a:solidFill>
                <a:effectLst/>
                <a:uLnTx/>
                <a:uFillTx/>
                <a:latin typeface="Arial"/>
                <a:cs typeface="Arial"/>
                <a:sym typeface="Arial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 typeface="Arial"/>
                <a:buNone/>
                <a:tabLst/>
                <a:defRPr/>
              </a:pPr>
              <a:t>1</a:t>
            </a:fld>
            <a:endParaRPr kumimoji="0" lang="es-419" sz="1074" b="0" i="0" u="none" strike="noStrike" kern="0" cap="none" spc="0" normalizeH="0" baseline="0" noProof="0" dirty="0">
              <a:ln>
                <a:noFill/>
              </a:ln>
              <a:solidFill>
                <a:srgbClr val="595959"/>
              </a:solidFill>
              <a:effectLst/>
              <a:uLnTx/>
              <a:uFillTx/>
              <a:latin typeface="Arial"/>
              <a:cs typeface="Arial"/>
              <a:sym typeface="Arial"/>
            </a:endParaRPr>
          </a:p>
        </p:txBody>
      </p:sp>
      <p:sp>
        <p:nvSpPr>
          <p:cNvPr id="4" name="Google Shape;101;p27">
            <a:extLst>
              <a:ext uri="{FF2B5EF4-FFF2-40B4-BE49-F238E27FC236}">
                <a16:creationId xmlns:a16="http://schemas.microsoft.com/office/drawing/2014/main" id="{18C1BF8B-A9D3-CA16-8B39-9E27229A586D}"/>
              </a:ext>
            </a:extLst>
          </p:cNvPr>
          <p:cNvSpPr txBox="1"/>
          <p:nvPr/>
        </p:nvSpPr>
        <p:spPr>
          <a:xfrm>
            <a:off x="542235" y="2200528"/>
            <a:ext cx="8059529" cy="6301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1425" tIns="51425" rIns="51425" bIns="51425" anchor="t" anchorCtr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s-MX" sz="2400" b="0" i="0" u="none" strike="noStrike" kern="0" cap="none" spc="0" normalizeH="0" baseline="0" noProof="0" dirty="0">
                <a:ln>
                  <a:noFill/>
                </a:ln>
                <a:solidFill>
                  <a:srgbClr val="691B31"/>
                </a:solidFill>
                <a:effectLst/>
                <a:uLnTx/>
                <a:uFillTx/>
                <a:latin typeface="Montserrat Black"/>
                <a:ea typeface="Montserrat Black"/>
                <a:cs typeface="Montserrat Black"/>
                <a:sym typeface="Montserrat Black"/>
              </a:rPr>
              <a:t>Reporte impresos,  radio y tv local. </a:t>
            </a:r>
          </a:p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s-MX" sz="1400" b="1" i="0" u="none" strike="noStrike" kern="0" cap="none" spc="0" normalizeH="0" baseline="0" noProof="0" dirty="0">
                <a:ln>
                  <a:noFill/>
                </a:ln>
                <a:solidFill>
                  <a:srgbClr val="D8AB72"/>
                </a:solidFill>
                <a:effectLst/>
                <a:uLnTx/>
                <a:uFillTx/>
                <a:latin typeface="Montserrat"/>
                <a:ea typeface="Montserrat"/>
                <a:cs typeface="Montserrat"/>
                <a:sym typeface="Montserrat"/>
              </a:rPr>
              <a:t>Gobernador, secretarías y dependencias</a:t>
            </a:r>
            <a:endParaRPr kumimoji="0" lang="es-MX" sz="2000" b="1" i="0" u="none" strike="noStrike" kern="0" cap="none" spc="0" normalizeH="0" baseline="0" noProof="0" dirty="0">
              <a:ln>
                <a:noFill/>
              </a:ln>
              <a:solidFill>
                <a:srgbClr val="D8AB72"/>
              </a:solidFill>
              <a:effectLst/>
              <a:uLnTx/>
              <a:uFillTx/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10" name="Imagen 9">
            <a:extLst>
              <a:ext uri="{FF2B5EF4-FFF2-40B4-BE49-F238E27FC236}">
                <a16:creationId xmlns:a16="http://schemas.microsoft.com/office/drawing/2014/main" id="{F8F99902-E806-65F7-B1B2-5BFEE3D7648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89408" y="598169"/>
            <a:ext cx="2724918" cy="1203962"/>
          </a:xfrm>
          <a:prstGeom prst="rect">
            <a:avLst/>
          </a:prstGeom>
        </p:spPr>
      </p:pic>
      <p:sp>
        <p:nvSpPr>
          <p:cNvPr id="3" name="CuadroTexto 2">
            <a:extLst>
              <a:ext uri="{FF2B5EF4-FFF2-40B4-BE49-F238E27FC236}">
                <a16:creationId xmlns:a16="http://schemas.microsoft.com/office/drawing/2014/main" id="{3A420959-05AA-86D7-CF62-D891272906E0}"/>
              </a:ext>
            </a:extLst>
          </p:cNvPr>
          <p:cNvSpPr txBox="1"/>
          <p:nvPr/>
        </p:nvSpPr>
        <p:spPr>
          <a:xfrm>
            <a:off x="4171949" y="3865402"/>
            <a:ext cx="4384835" cy="54705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1425" tIns="51425" rIns="51425" bIns="51425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0" indent="0" algn="ctr">
              <a:lnSpc>
                <a:spcPct val="90000"/>
              </a:lnSpc>
              <a:buNone/>
              <a:defRPr sz="3800">
                <a:solidFill>
                  <a:srgbClr val="691B31"/>
                </a:solidFill>
                <a:latin typeface="Montserrat Black"/>
                <a:ea typeface="Montserrat Black"/>
                <a:cs typeface="Montserrat Black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s-MX" sz="1600" b="0" i="0" u="none" strike="noStrike" kern="0" cap="none" spc="0" normalizeH="0" baseline="0" noProof="0" dirty="0">
                <a:ln>
                  <a:noFill/>
                </a:ln>
                <a:solidFill>
                  <a:srgbClr val="D8AB72"/>
                </a:solidFill>
                <a:effectLst/>
                <a:uLnTx/>
                <a:uFillTx/>
                <a:latin typeface="Montserrat Black"/>
                <a:sym typeface="Arial"/>
              </a:rPr>
              <a:t>Elaborado: 02 de septiembre</a:t>
            </a:r>
            <a:endParaRPr lang="es-MX" sz="1600" dirty="0">
              <a:solidFill>
                <a:srgbClr val="D8AB72"/>
              </a:solidFill>
            </a:endParaRPr>
          </a:p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s-MX" sz="1600" b="0" i="0" u="none" strike="noStrike" kern="0" cap="none" spc="0" normalizeH="0" baseline="0" noProof="0" dirty="0">
                <a:ln>
                  <a:noFill/>
                </a:ln>
                <a:solidFill>
                  <a:srgbClr val="D8AB72"/>
                </a:solidFill>
                <a:effectLst/>
                <a:uLnTx/>
                <a:uFillTx/>
                <a:latin typeface="Montserrat Black"/>
                <a:sym typeface="Arial"/>
              </a:rPr>
              <a:t>16:00</a:t>
            </a:r>
          </a:p>
        </p:txBody>
      </p:sp>
    </p:spTree>
    <p:extLst>
      <p:ext uri="{BB962C8B-B14F-4D97-AF65-F5344CB8AC3E}">
        <p14:creationId xmlns:p14="http://schemas.microsoft.com/office/powerpoint/2010/main" val="97146213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1AFB07B-A97F-580B-C807-AADF2D9802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CuadroTexto 13">
            <a:extLst>
              <a:ext uri="{FF2B5EF4-FFF2-40B4-BE49-F238E27FC236}">
                <a16:creationId xmlns:a16="http://schemas.microsoft.com/office/drawing/2014/main" id="{95622977-0971-C09F-23C7-1B431CA286F9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1828800" y="0"/>
            <a:ext cx="54864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2800" b="1" dirty="0">
                <a:latin typeface="Montserrat" pitchFamily="2" charset="0"/>
              </a:rPr>
              <a:t>Gobierno del estado</a:t>
            </a: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D8DD8CBF-BC0B-F3D7-F2F5-A003C731D81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983337"/>
            <a:ext cx="9144000" cy="33197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5038409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E1A93C4-2DEB-0E75-9E76-1B11E0B494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CuadroTexto 13">
            <a:extLst>
              <a:ext uri="{FF2B5EF4-FFF2-40B4-BE49-F238E27FC236}">
                <a16:creationId xmlns:a16="http://schemas.microsoft.com/office/drawing/2014/main" id="{FB9268F8-6E5B-3D55-2045-C7F97FD6E20F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1828800" y="0"/>
            <a:ext cx="54864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2800" b="1" dirty="0">
                <a:latin typeface="Montserrat" pitchFamily="2" charset="0"/>
              </a:rPr>
              <a:t>Gobierno del estado</a:t>
            </a:r>
          </a:p>
        </p:txBody>
      </p:sp>
      <p:pic>
        <p:nvPicPr>
          <p:cNvPr id="6" name="Imagen 5">
            <a:extLst>
              <a:ext uri="{FF2B5EF4-FFF2-40B4-BE49-F238E27FC236}">
                <a16:creationId xmlns:a16="http://schemas.microsoft.com/office/drawing/2014/main" id="{556481D4-B3A6-67B2-8F3E-DD90D8F3506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389495"/>
            <a:ext cx="9144000" cy="25073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7776882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A30744A-5BE4-2258-7B5D-8CC4A14EDC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CuadroTexto 13">
            <a:extLst>
              <a:ext uri="{FF2B5EF4-FFF2-40B4-BE49-F238E27FC236}">
                <a16:creationId xmlns:a16="http://schemas.microsoft.com/office/drawing/2014/main" id="{180E2173-FD03-9BE5-F659-52C81477881C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1828800" y="0"/>
            <a:ext cx="54864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2800" b="1" dirty="0">
                <a:latin typeface="Montserrat" pitchFamily="2" charset="0"/>
              </a:rPr>
              <a:t>Gobierno del estado</a:t>
            </a:r>
          </a:p>
        </p:txBody>
      </p:sp>
      <p:pic>
        <p:nvPicPr>
          <p:cNvPr id="2" name="Imagen 1">
            <a:extLst>
              <a:ext uri="{FF2B5EF4-FFF2-40B4-BE49-F238E27FC236}">
                <a16:creationId xmlns:a16="http://schemas.microsoft.com/office/drawing/2014/main" id="{445B2882-DE88-A026-5E86-F2DE256785F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6488" y="914940"/>
            <a:ext cx="6858000" cy="34564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0145659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248FB7-1DE5-778D-6EFE-6E2E956599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uadroTexto 6">
            <a:extLst>
              <a:ext uri="{FF2B5EF4-FFF2-40B4-BE49-F238E27FC236}">
                <a16:creationId xmlns:a16="http://schemas.microsoft.com/office/drawing/2014/main" id="{E63A60A8-6548-CD5C-EB96-B6431D9CA71B}"/>
              </a:ext>
            </a:extLst>
          </p:cNvPr>
          <p:cNvSpPr txBox="1"/>
          <p:nvPr/>
        </p:nvSpPr>
        <p:spPr>
          <a:xfrm>
            <a:off x="908175" y="152426"/>
            <a:ext cx="725462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buNone/>
            </a:pPr>
            <a:r>
              <a:rPr lang="es-MX" sz="1800" b="1" i="0" dirty="0">
                <a:solidFill>
                  <a:srgbClr val="000000"/>
                </a:solidFill>
                <a:effectLst/>
                <a:latin typeface="Montserrat" pitchFamily="2" charset="0"/>
              </a:rPr>
              <a:t>Detalle de Notas en primeras planas</a:t>
            </a: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528E7127-3C1A-E1F9-2711-52C1CCC1EF3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2534" y="1219001"/>
            <a:ext cx="7925906" cy="28483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4571868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BF384B7-8BD8-1B37-5F51-FD46B11FD0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uadroTexto 7">
            <a:extLst>
              <a:ext uri="{FF2B5EF4-FFF2-40B4-BE49-F238E27FC236}">
                <a16:creationId xmlns:a16="http://schemas.microsoft.com/office/drawing/2014/main" id="{5D745B17-E8D1-051C-B27F-A3B591D8F7FD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1828800" y="0"/>
            <a:ext cx="54864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2800" b="1" dirty="0">
                <a:latin typeface="Montserrat" pitchFamily="2" charset="0"/>
              </a:rPr>
              <a:t>Gobernador</a:t>
            </a: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3D441B1F-5737-8A0E-23E8-1BFFEFE4CF4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917784"/>
            <a:ext cx="9144000" cy="33079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9770831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8383A7D-6E95-7FBD-ECB9-6F21EFAB59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uadroTexto 7">
            <a:extLst>
              <a:ext uri="{FF2B5EF4-FFF2-40B4-BE49-F238E27FC236}">
                <a16:creationId xmlns:a16="http://schemas.microsoft.com/office/drawing/2014/main" id="{EF6B6CD5-AF4A-39E2-B949-E9735271D8E0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1828800" y="0"/>
            <a:ext cx="54864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2800" b="1" dirty="0">
                <a:latin typeface="Montserrat" pitchFamily="2" charset="0"/>
              </a:rPr>
              <a:t>Gobernador medios</a:t>
            </a: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745805D4-6AD0-5131-F6DE-4951507A448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3000" y="914940"/>
            <a:ext cx="6858000" cy="34564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3009773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3569AC2-17AA-6728-4169-8404B64646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uadroTexto 7">
            <a:extLst>
              <a:ext uri="{FF2B5EF4-FFF2-40B4-BE49-F238E27FC236}">
                <a16:creationId xmlns:a16="http://schemas.microsoft.com/office/drawing/2014/main" id="{FC488274-DEF2-00AA-CBB0-3ADE1D32DCEB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1828800" y="0"/>
            <a:ext cx="54864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2800" b="1" dirty="0">
                <a:latin typeface="Montserrat" pitchFamily="2" charset="0"/>
              </a:rPr>
              <a:t>Gobernador temas</a:t>
            </a: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7736BAD9-8808-5109-026E-50ABAC8AE36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6488" y="914940"/>
            <a:ext cx="6858000" cy="34564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3662394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AFA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3B6DC8C-E619-F67B-9048-4615CF1988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uadroTexto 6">
            <a:extLst>
              <a:ext uri="{FF2B5EF4-FFF2-40B4-BE49-F238E27FC236}">
                <a16:creationId xmlns:a16="http://schemas.microsoft.com/office/drawing/2014/main" id="{C46A5360-EC76-283F-42C4-C3D1585636DD}"/>
              </a:ext>
            </a:extLst>
          </p:cNvPr>
          <p:cNvSpPr txBox="1"/>
          <p:nvPr/>
        </p:nvSpPr>
        <p:spPr>
          <a:xfrm>
            <a:off x="908175" y="152426"/>
            <a:ext cx="725462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buNone/>
            </a:pPr>
            <a:r>
              <a:rPr lang="es-MX" sz="1800" b="1" i="0" dirty="0">
                <a:solidFill>
                  <a:srgbClr val="000000"/>
                </a:solidFill>
                <a:effectLst/>
                <a:latin typeface="Montserrat" pitchFamily="2" charset="0"/>
              </a:rPr>
              <a:t>Detalle de Notas en primeras planas</a:t>
            </a: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A95F148C-5234-BB3F-2C65-AE6E57BF96E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3007" y="622520"/>
            <a:ext cx="7944959" cy="1790950"/>
          </a:xfrm>
          <a:prstGeom prst="rect">
            <a:avLst/>
          </a:prstGeom>
        </p:spPr>
      </p:pic>
      <p:pic>
        <p:nvPicPr>
          <p:cNvPr id="6" name="Imagen 5">
            <a:extLst>
              <a:ext uri="{FF2B5EF4-FFF2-40B4-BE49-F238E27FC236}">
                <a16:creationId xmlns:a16="http://schemas.microsoft.com/office/drawing/2014/main" id="{3199C33F-54B8-5827-4EF4-95A019AD5AA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4757" y="2514233"/>
            <a:ext cx="7954485" cy="26292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4285915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A"/>
        </a:solidFill>
        <a:effectLst/>
      </p:bgPr>
    </p:bg>
    <p:spTree>
      <p:nvGrpSpPr>
        <p:cNvPr id="1" name="Shape 108">
          <a:extLst>
            <a:ext uri="{FF2B5EF4-FFF2-40B4-BE49-F238E27FC236}">
              <a16:creationId xmlns:a16="http://schemas.microsoft.com/office/drawing/2014/main" id="{3AB59246-6522-404E-9FEB-F1E85E07D6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uadroTexto 1">
            <a:extLst>
              <a:ext uri="{FF2B5EF4-FFF2-40B4-BE49-F238E27FC236}">
                <a16:creationId xmlns:a16="http://schemas.microsoft.com/office/drawing/2014/main" id="{AE07F171-51E8-E8F4-27C7-0CA3B7A8A997}"/>
              </a:ext>
            </a:extLst>
          </p:cNvPr>
          <p:cNvSpPr txBox="1"/>
          <p:nvPr/>
        </p:nvSpPr>
        <p:spPr>
          <a:xfrm>
            <a:off x="1183340" y="0"/>
            <a:ext cx="676387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1800" b="1" dirty="0">
                <a:latin typeface="Montserrat" panose="00000500000000000000" pitchFamily="2" charset="0"/>
              </a:rPr>
              <a:t>Información de gobierno en radiodifusoras</a:t>
            </a:r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0E1D9F03-BC78-F598-7AD3-F655A08799C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886459"/>
            <a:ext cx="9144000" cy="35134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9581194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uadroTexto 4">
            <a:extLst>
              <a:ext uri="{FF2B5EF4-FFF2-40B4-BE49-F238E27FC236}">
                <a16:creationId xmlns:a16="http://schemas.microsoft.com/office/drawing/2014/main" id="{1430F0AF-D0FD-1C68-F7C4-D9E93764E31F}"/>
              </a:ext>
            </a:extLst>
          </p:cNvPr>
          <p:cNvSpPr txBox="1"/>
          <p:nvPr/>
        </p:nvSpPr>
        <p:spPr>
          <a:xfrm>
            <a:off x="1183340" y="0"/>
            <a:ext cx="676387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1800" b="1" dirty="0">
                <a:latin typeface="Montserrat" panose="00000500000000000000" pitchFamily="2" charset="0"/>
              </a:rPr>
              <a:t>Información de gobierno en radiodifusoras</a:t>
            </a: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3F3BAC27-FF07-F9A2-EFB3-5EBFADAC87D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6725" y="1342315"/>
            <a:ext cx="9144000" cy="26017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5026920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uadroTexto 1">
            <a:extLst>
              <a:ext uri="{FF2B5EF4-FFF2-40B4-BE49-F238E27FC236}">
                <a16:creationId xmlns:a16="http://schemas.microsoft.com/office/drawing/2014/main" id="{E270743E-55A0-8447-939B-33D92F1087F2}"/>
              </a:ext>
            </a:extLst>
          </p:cNvPr>
          <p:cNvSpPr txBox="1"/>
          <p:nvPr/>
        </p:nvSpPr>
        <p:spPr>
          <a:xfrm>
            <a:off x="1183340" y="0"/>
            <a:ext cx="676387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1800" b="1" dirty="0">
                <a:latin typeface="Montserrat" panose="00000500000000000000" pitchFamily="2" charset="0"/>
              </a:rPr>
              <a:t>Información del gobierno en radiodifusoras</a:t>
            </a: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94291237-6107-6FFB-5795-D57B7680F0E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6725" y="713082"/>
            <a:ext cx="9144000" cy="38602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7722847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uadroTexto 4">
            <a:extLst>
              <a:ext uri="{FF2B5EF4-FFF2-40B4-BE49-F238E27FC236}">
                <a16:creationId xmlns:a16="http://schemas.microsoft.com/office/drawing/2014/main" id="{828405A6-6663-981B-6621-84986BD5E427}"/>
              </a:ext>
            </a:extLst>
          </p:cNvPr>
          <p:cNvSpPr txBox="1"/>
          <p:nvPr/>
        </p:nvSpPr>
        <p:spPr>
          <a:xfrm>
            <a:off x="1183340" y="0"/>
            <a:ext cx="676387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1800" b="1" dirty="0">
                <a:latin typeface="Montserrat" panose="00000500000000000000" pitchFamily="2" charset="0"/>
              </a:rPr>
              <a:t>Información del gobernador en radiodifusoras</a:t>
            </a: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564EEA69-8E7A-0BC9-8B82-78E9252FCCE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201156"/>
            <a:ext cx="9144000" cy="27411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7002493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uadroTexto 5">
            <a:extLst>
              <a:ext uri="{FF2B5EF4-FFF2-40B4-BE49-F238E27FC236}">
                <a16:creationId xmlns:a16="http://schemas.microsoft.com/office/drawing/2014/main" id="{CE4F37E4-6BA2-F83F-177F-21C522FF978A}"/>
              </a:ext>
            </a:extLst>
          </p:cNvPr>
          <p:cNvSpPr txBox="1"/>
          <p:nvPr/>
        </p:nvSpPr>
        <p:spPr>
          <a:xfrm>
            <a:off x="1926166" y="88135"/>
            <a:ext cx="529166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b="1" dirty="0">
                <a:latin typeface="Montserrat" pitchFamily="2" charset="0"/>
              </a:rPr>
              <a:t>Temas de gobierno por radiodifusora</a:t>
            </a: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48D8438B-CCEA-0E4C-EBB7-52BF7F507E7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569652"/>
            <a:ext cx="9144000" cy="21470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0294626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A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2DFF6A8-5146-E5F2-074F-084FCC9717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uadroTexto 4">
            <a:extLst>
              <a:ext uri="{FF2B5EF4-FFF2-40B4-BE49-F238E27FC236}">
                <a16:creationId xmlns:a16="http://schemas.microsoft.com/office/drawing/2014/main" id="{5250946C-99D0-0E60-607A-48C02ED03621}"/>
              </a:ext>
            </a:extLst>
          </p:cNvPr>
          <p:cNvSpPr txBox="1"/>
          <p:nvPr/>
        </p:nvSpPr>
        <p:spPr>
          <a:xfrm>
            <a:off x="1926166" y="88135"/>
            <a:ext cx="529166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b="1" dirty="0">
                <a:latin typeface="Montserrat" pitchFamily="2" charset="0"/>
              </a:rPr>
              <a:t>Opinión emitida por radioescuchas</a:t>
            </a: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7670B953-0E9F-37B9-200D-A596BE2FAE3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76143"/>
            <a:ext cx="9144000" cy="45340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7957375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n 1">
            <a:extLst>
              <a:ext uri="{FF2B5EF4-FFF2-40B4-BE49-F238E27FC236}">
                <a16:creationId xmlns:a16="http://schemas.microsoft.com/office/drawing/2014/main" id="{9BA4FDF3-73D0-20C6-94F5-7E9F2481C03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41106" y="1453514"/>
            <a:ext cx="5061788" cy="22364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27362456"/>
      </p:ext>
    </p:extLst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4774</TotalTime>
  <Words>75</Words>
  <Application>Microsoft Office PowerPoint</Application>
  <PresentationFormat>Presentación en pantalla (16:9)</PresentationFormat>
  <Paragraphs>19</Paragraphs>
  <Slides>16</Slides>
  <Notes>6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16</vt:i4>
      </vt:variant>
    </vt:vector>
  </HeadingPairs>
  <TitlesOfParts>
    <vt:vector size="20" baseType="lpstr">
      <vt:lpstr>Arial</vt:lpstr>
      <vt:lpstr>Montserrat Black</vt:lpstr>
      <vt:lpstr>Montserrat</vt:lpstr>
      <vt:lpstr>Simple Light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Presentación de PowerPoint</dc:title>
  <dc:creator>Francisco Villeda</dc:creator>
  <cp:lastModifiedBy>Francisco Villeda Velazquez</cp:lastModifiedBy>
  <cp:revision>486</cp:revision>
  <dcterms:modified xsi:type="dcterms:W3CDTF">2026-09-02T15:11:34Z</dcterms:modified>
</cp:coreProperties>
</file>