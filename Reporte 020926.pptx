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414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02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8DD8CBF-BC0B-F3D7-F2F5-A003C731D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3337"/>
            <a:ext cx="9144000" cy="331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6481D4-B3A6-67B2-8F3E-DD90D8F35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9495"/>
            <a:ext cx="9144000" cy="250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45B2882-DE88-A026-5E86-F2DE25678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8E7127-3C1A-E1F9-2711-52C1CCC1E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34" y="1219001"/>
            <a:ext cx="7925906" cy="284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441B1F-5737-8A0E-23E8-1BFFEFE4C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7784"/>
            <a:ext cx="9144000" cy="330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45805D4-6AD0-5131-F6DE-4951507A4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36BAD9-8808-5109-026E-50ABAC8AE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5F148C-5234-BB3F-2C65-AE6E57BF9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07" y="622520"/>
            <a:ext cx="7944959" cy="17909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199C33F-54B8-5827-4EF4-95A019AD5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57" y="2514233"/>
            <a:ext cx="7954485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65631E-D63C-AB46-8B15-A84215D1A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1553"/>
            <a:ext cx="9144000" cy="342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32CE3E-17B5-F4A8-F972-EE96E32CB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7988"/>
            <a:ext cx="9144000" cy="261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D1AEB9-B9CE-B3B4-350C-C203B65AF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199"/>
            <a:ext cx="9144000" cy="374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91798E-80A1-91B6-7250-DFB94D002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41261"/>
            <a:ext cx="9144000" cy="260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83AA7A-D4CF-E8EA-B816-ED6E4C291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3321"/>
            <a:ext cx="9144000" cy="38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60617DC-89EC-622D-6324-512A9D63E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912"/>
            <a:ext cx="9144000" cy="179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4BB7A-33F4-53F8-05A5-314B8726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C0404B5-4456-F36A-2986-E1E32444A99E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359560-B016-C654-8778-5138EF53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44" y="0"/>
            <a:ext cx="204511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65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4777</TotalTime>
  <Words>79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Montserrat</vt:lpstr>
      <vt:lpstr>Montserrat Black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487</cp:revision>
  <dcterms:modified xsi:type="dcterms:W3CDTF">2026-09-02T23:45:50Z</dcterms:modified>
</cp:coreProperties>
</file>