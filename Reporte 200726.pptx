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17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1DFAD6D-D872-A233-DB94-2142F03FD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512" y="933334"/>
            <a:ext cx="9144000" cy="3419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940E95E-9B86-E02B-DB00-D4AB5CBD7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50072"/>
            <a:ext cx="9144000" cy="2443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424606F-F58B-745A-F979-F08382CB7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83" y="609458"/>
            <a:ext cx="8070210" cy="406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E481DB-7F3D-7010-8515-DD189B876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56" y="714106"/>
            <a:ext cx="7983064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C07F77B-3B75-9E36-5C87-341C4D605E15}"/>
              </a:ext>
            </a:extLst>
          </p:cNvPr>
          <p:cNvSpPr txBox="1"/>
          <p:nvPr/>
        </p:nvSpPr>
        <p:spPr>
          <a:xfrm>
            <a:off x="0" y="2443133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F283126-4B5B-23E0-E546-3EEE6FBCA3A9}"/>
              </a:ext>
            </a:extLst>
          </p:cNvPr>
          <p:cNvSpPr txBox="1"/>
          <p:nvPr/>
        </p:nvSpPr>
        <p:spPr>
          <a:xfrm>
            <a:off x="0" y="2443133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7A6B2E3-26C1-F456-68D9-CE142DEEDF4A}"/>
              </a:ext>
            </a:extLst>
          </p:cNvPr>
          <p:cNvSpPr txBox="1"/>
          <p:nvPr/>
        </p:nvSpPr>
        <p:spPr>
          <a:xfrm>
            <a:off x="0" y="2443133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A48B59F-4FCB-5E5E-8DFD-0FEB64AAF9F4}"/>
              </a:ext>
            </a:extLst>
          </p:cNvPr>
          <p:cNvSpPr txBox="1"/>
          <p:nvPr/>
        </p:nvSpPr>
        <p:spPr>
          <a:xfrm>
            <a:off x="0" y="2443133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C378CD1-D6B2-94AB-4B36-3DECD69B2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97652"/>
            <a:ext cx="9144000" cy="3491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E5B5992-7BBD-1D97-69F7-CB3D4258D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9685"/>
            <a:ext cx="9144000" cy="262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24FE980-3A90-F6BF-BA4E-E0C452F00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1827"/>
            <a:ext cx="9144000" cy="3342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0B1C334-2BF5-C42F-9B18-B16AED1E9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2854"/>
            <a:ext cx="9144000" cy="2740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388E8D9-BB36-625F-2676-2D858433B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9031"/>
            <a:ext cx="9144000" cy="3885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447EA80-5D51-4B28-D796-8D45D21DB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3705"/>
            <a:ext cx="9144000" cy="359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4331</TotalTime>
  <Words>111</Words>
  <Application>Microsoft Office PowerPoint</Application>
  <PresentationFormat>Presentación en pantalla (16:9)</PresentationFormat>
  <Paragraphs>23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 Black</vt:lpstr>
      <vt:lpstr>Montserrat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439</cp:revision>
  <dcterms:modified xsi:type="dcterms:W3CDTF">2026-07-18T00:17:56Z</dcterms:modified>
</cp:coreProperties>
</file>