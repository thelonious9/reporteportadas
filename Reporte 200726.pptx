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20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7A2088-3B51-8761-14D7-40F3F394C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2693"/>
            <a:ext cx="9144000" cy="342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898D487-986E-479E-4719-9E8ECABE5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6857"/>
            <a:ext cx="9144000" cy="245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595C1D-9E77-1874-1B5A-E2295302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ABE988-73EF-0032-8860-3402FDFE1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930" y="1033238"/>
            <a:ext cx="5649113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C07F77B-3B75-9E36-5C87-341C4D605E15}"/>
              </a:ext>
            </a:extLst>
          </p:cNvPr>
          <p:cNvSpPr txBox="1"/>
          <p:nvPr/>
        </p:nvSpPr>
        <p:spPr>
          <a:xfrm>
            <a:off x="0" y="2443133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283126-4B5B-23E0-E546-3EEE6FBCA3A9}"/>
              </a:ext>
            </a:extLst>
          </p:cNvPr>
          <p:cNvSpPr txBox="1"/>
          <p:nvPr/>
        </p:nvSpPr>
        <p:spPr>
          <a:xfrm>
            <a:off x="0" y="2443133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A6B2E3-26C1-F456-68D9-CE142DEEDF4A}"/>
              </a:ext>
            </a:extLst>
          </p:cNvPr>
          <p:cNvSpPr txBox="1"/>
          <p:nvPr/>
        </p:nvSpPr>
        <p:spPr>
          <a:xfrm>
            <a:off x="0" y="2443133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48B59F-4FCB-5E5E-8DFD-0FEB64AAF9F4}"/>
              </a:ext>
            </a:extLst>
          </p:cNvPr>
          <p:cNvSpPr txBox="1"/>
          <p:nvPr/>
        </p:nvSpPr>
        <p:spPr>
          <a:xfrm>
            <a:off x="0" y="2443133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378CD1-D6B2-94AB-4B36-3DECD69B2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7652"/>
            <a:ext cx="9144000" cy="349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5B5992-7BBD-1D97-69F7-CB3D4258D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9685"/>
            <a:ext cx="9144000" cy="262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4FE980-3A90-F6BF-BA4E-E0C452F00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1827"/>
            <a:ext cx="9144000" cy="334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B1C334-2BF5-C42F-9B18-B16AED1E9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2854"/>
            <a:ext cx="9144000" cy="274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88E8D9-BB36-625F-2676-2D858433B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031"/>
            <a:ext cx="9144000" cy="388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447EA80-5D51-4B28-D796-8D45D21DB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3705"/>
            <a:ext cx="9144000" cy="359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4331</TotalTime>
  <Words>111</Words>
  <Application>Microsoft Office PowerPoint</Application>
  <PresentationFormat>Presentación en pantalla (16:9)</PresentationFormat>
  <Paragraphs>23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440</cp:revision>
  <dcterms:modified xsi:type="dcterms:W3CDTF">2026-07-20T15:03:17Z</dcterms:modified>
</cp:coreProperties>
</file>