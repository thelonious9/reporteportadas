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20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77A2088-3B51-8761-14D7-40F3F394C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2693"/>
            <a:ext cx="9144000" cy="342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898D487-986E-479E-4719-9E8ECABE5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6857"/>
            <a:ext cx="9144000" cy="2452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6595C1D-9E77-1874-1B5A-E2295302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FABE988-73EF-0032-8860-3402FDFE1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0930" y="1033238"/>
            <a:ext cx="5649113" cy="321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C07F77B-3B75-9E36-5C87-341C4D605E15}"/>
              </a:ext>
            </a:extLst>
          </p:cNvPr>
          <p:cNvSpPr txBox="1"/>
          <p:nvPr/>
        </p:nvSpPr>
        <p:spPr>
          <a:xfrm>
            <a:off x="0" y="2443133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F283126-4B5B-23E0-E546-3EEE6FBCA3A9}"/>
              </a:ext>
            </a:extLst>
          </p:cNvPr>
          <p:cNvSpPr txBox="1"/>
          <p:nvPr/>
        </p:nvSpPr>
        <p:spPr>
          <a:xfrm>
            <a:off x="0" y="2443133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7A6B2E3-26C1-F456-68D9-CE142DEEDF4A}"/>
              </a:ext>
            </a:extLst>
          </p:cNvPr>
          <p:cNvSpPr txBox="1"/>
          <p:nvPr/>
        </p:nvSpPr>
        <p:spPr>
          <a:xfrm>
            <a:off x="0" y="2443133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A48B59F-4FCB-5E5E-8DFD-0FEB64AAF9F4}"/>
              </a:ext>
            </a:extLst>
          </p:cNvPr>
          <p:cNvSpPr txBox="1"/>
          <p:nvPr/>
        </p:nvSpPr>
        <p:spPr>
          <a:xfrm>
            <a:off x="0" y="2443133"/>
            <a:ext cx="914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C97C17D-6EB3-F972-0A67-84E1E1C9F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2980"/>
            <a:ext cx="9144000" cy="3520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37F075C-57BD-C44E-930F-E8F2DF687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2980"/>
            <a:ext cx="9144000" cy="3520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BB79BC4-54EF-F3A6-D5E1-00112E1C7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8056"/>
            <a:ext cx="9144000" cy="391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B6CEAE5-CF81-164E-1457-42BCE943C9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9269"/>
            <a:ext cx="9144000" cy="270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937FDF2-5A45-B79D-5793-4497C74F1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698949"/>
            <a:ext cx="9144000" cy="388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FB0E0E4-4901-3B3D-9A45-2C7EF63E0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423" y="433078"/>
            <a:ext cx="5122130" cy="4710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4332</TotalTime>
  <Words>111</Words>
  <Application>Microsoft Office PowerPoint</Application>
  <PresentationFormat>Presentación en pantalla (16:9)</PresentationFormat>
  <Paragraphs>23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441</cp:revision>
  <dcterms:modified xsi:type="dcterms:W3CDTF">2026-07-21T00:00:15Z</dcterms:modified>
</cp:coreProperties>
</file>