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371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18</a:t>
            </a:r>
            <a:r>
              <a:rPr lang="es-MX" sz="1600" dirty="0">
                <a:solidFill>
                  <a:srgbClr val="D8AB72"/>
                </a:solidFill>
              </a:rPr>
              <a:t> de agosto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07817B8-0C10-B537-0E70-4824B8B01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57201"/>
            <a:ext cx="9144000" cy="337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047A1AA-AE13-9798-019E-7DF83C5A4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5705"/>
            <a:ext cx="9144000" cy="2454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6B03A1B-E23B-88FF-B353-92CE35555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C1A40DC-1962-3178-7D0D-E6A8CF77F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101" y="1871555"/>
            <a:ext cx="6077798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44DB9BF-ACC1-6DB8-6B77-17FCC8803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9121"/>
            <a:ext cx="9144000" cy="3388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EB7D851-FFFE-F943-7E93-94820D5AA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AAF8372-3A91-D876-973F-ED609B419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91CBE9-F7B1-2D62-8A84-7B353BFF2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680" y="1690555"/>
            <a:ext cx="5658640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4AEC96-0059-C538-D9D1-7EE04CC00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3314"/>
            <a:ext cx="9144000" cy="3359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7678EFA-8BAA-DC95-7329-40FFFED51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4118"/>
            <a:ext cx="9144000" cy="265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41A154-D231-BD43-03B1-2316850E6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5653"/>
            <a:ext cx="9144000" cy="361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B7B10B7-C4F1-02D4-D2A4-88732C4A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3864"/>
            <a:ext cx="9144000" cy="2678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8D5113-8ADB-6017-A418-A5148E061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5667"/>
            <a:ext cx="9144000" cy="389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D54C89-3615-8B05-105B-804C32F32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512" y="1405673"/>
            <a:ext cx="9144000" cy="2475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4591</TotalTime>
  <Words>75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</vt:lpstr>
      <vt:lpstr>Montserrat Black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467</cp:revision>
  <dcterms:modified xsi:type="dcterms:W3CDTF">2026-08-18T23:31:38Z</dcterms:modified>
</cp:coreProperties>
</file>