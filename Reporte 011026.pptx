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404" r:id="rId3"/>
    <p:sldId id="408" r:id="rId4"/>
    <p:sldId id="405" r:id="rId5"/>
    <p:sldId id="406" r:id="rId6"/>
    <p:sldId id="418" r:id="rId7"/>
    <p:sldId id="394" r:id="rId8"/>
    <p:sldId id="395" r:id="rId9"/>
    <p:sldId id="396" r:id="rId10"/>
    <p:sldId id="403" r:id="rId11"/>
    <p:sldId id="388" r:id="rId12"/>
    <p:sldId id="351" r:id="rId13"/>
    <p:sldId id="361" r:id="rId14"/>
    <p:sldId id="412" r:id="rId15"/>
    <p:sldId id="371" r:id="rId16"/>
    <p:sldId id="413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AFA"/>
    <a:srgbClr val="F8F9FA"/>
    <a:srgbClr val="F4F6F8"/>
    <a:srgbClr val="691B31"/>
    <a:srgbClr val="3A3A3A"/>
    <a:srgbClr val="D8AB72"/>
    <a:srgbClr val="B28D5E"/>
    <a:srgbClr val="DBC6A0"/>
    <a:srgbClr val="F6E3C5"/>
    <a:srgbClr val="BC95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A4109-DE7B-A0CB-8032-9B5DA2AED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92C87AE-6D7F-CE0F-E0C6-D0C8BCD2E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6045741-295A-AAE3-0DFE-431661A27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92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08BC3-87FB-F571-9453-91315B27F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6310CCB-9BA8-CACF-122A-2E5698054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AE902B6-DBD4-2D27-E9AE-C2BB9100C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288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6519B-A5BA-683F-3102-86EC1ED2A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7198EAA-93A3-ABCB-5EF2-9AAC7563C7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78500B-3B7A-CCDD-313A-A5F5F5674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45556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D56B5-8E3D-156D-794A-66412674B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2DD771-8785-1B74-5266-3056F738C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DBEC6D9-9EE0-0A69-9D44-7F32576317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6678113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6EFC6-BD0D-E957-DA3B-E452429CF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D4C07A2-3A66-A51B-91E4-B930F3ED1D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C49ADD-CE59-ADCA-64AA-AFDE04977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9275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01 de octubre</a:t>
            </a:r>
            <a:endParaRPr lang="es-MX" sz="1600" dirty="0">
              <a:solidFill>
                <a:srgbClr val="D8AB72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17:00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FB07B-A97F-580B-C807-AADF2D980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95622977-0971-C09F-23C7-1B431CA286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7EF3EBA-6B2B-E541-5BE3-C410FAACB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300"/>
            <a:ext cx="9144000" cy="413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84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1A93C4-2DEB-0E75-9E76-1B11E0B49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FB9268F8-6E5B-3D55-2045-C7F97FD6E20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D70CE1B-3C74-C797-A962-EC7AD72EF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6815"/>
            <a:ext cx="9144000" cy="311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68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30744A-5BE4-2258-7B5D-8CC4A14ED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180E2173-FD03-9BE5-F659-52C81477881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DD2D1E-4B16-8B67-9356-45BB5E9DD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662" y="691088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456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48FB7-1DE5-778D-6EFE-6E2E95659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E63A60A8-6548-CD5C-EB96-B6431D9CA71B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DE5457F-95B5-BA8E-6A0C-F05F7B160B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74" y="1700213"/>
            <a:ext cx="7820025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1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EF1BD-C1B8-3631-07EC-961DDE71F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9F2DBA7C-A758-8E46-5CEF-A5CE898CE74E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A456A9-BD20-37D1-7D01-55AD403E8A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838200"/>
            <a:ext cx="7848600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1500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81123CB-29C4-DE6F-35B5-6A76113AEE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3425"/>
            <a:ext cx="9144000" cy="4159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en primeras planas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4955BF2D-2B46-3F44-106D-47B026B1B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662" y="830700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D34BF10-D6FB-939C-483D-3C8F52F7A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174" y="691088"/>
            <a:ext cx="6097651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4271E3D-FAE2-E860-AA74-49F079DCFD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1449" y="909638"/>
            <a:ext cx="3648075" cy="346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ADD7367-5392-C6E1-BCB8-7FBBF51B28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499662"/>
            <a:ext cx="9144000" cy="428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C4E59B1-24B0-84A1-B694-0D7171522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774"/>
            <a:ext cx="9144000" cy="331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D04B138-769D-D277-970F-44F1DA732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6951"/>
            <a:ext cx="9144000" cy="3692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828405A6-6663-981B-6621-84986BD5E42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del gobernador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F8D7EF0-7327-BAAD-533E-D39028213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9170"/>
            <a:ext cx="9144000" cy="354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02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69CA08-1665-4409-B43F-E249AB7DB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8628"/>
            <a:ext cx="9144000" cy="3889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DFF6A8-5146-E5F2-074F-084FCC971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250946C-99D0-0E60-607A-48C02ED03621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7E4461-AD78-C693-C4CE-683BA025CA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8386"/>
            <a:ext cx="9144000" cy="370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573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4888</TotalTime>
  <Words>83</Words>
  <Application>Microsoft Office PowerPoint</Application>
  <PresentationFormat>Presentación en pantalla (16:9)</PresentationFormat>
  <Paragraphs>20</Paragraphs>
  <Slides>17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517</cp:revision>
  <dcterms:modified xsi:type="dcterms:W3CDTF">2026-10-01T14:43:41Z</dcterms:modified>
</cp:coreProperties>
</file>