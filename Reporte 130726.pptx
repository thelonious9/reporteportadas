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13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71CC34-D850-3F97-6438-B25A4CF15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0376"/>
            <a:ext cx="9144000" cy="340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0EAAB0-F9F0-0B30-E9B8-24EC0FC7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524"/>
            <a:ext cx="9144000" cy="245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3CDA48-4512-E768-14CD-20B6F7CD4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030CB8-8235-FCBC-C987-8854BB83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618843"/>
            <a:ext cx="7935432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0DBE7F-0FAC-E70A-D6FE-B6CB8A3ED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266"/>
            <a:ext cx="9144000" cy="344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1DC672-B864-A1AB-6265-E9444A84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D00507-B2D1-9361-90DA-46C36E8BB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46E2EC-D16E-99F8-B63C-C50077414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896" y="1220618"/>
            <a:ext cx="5025181" cy="284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E36215-DB61-D433-0C35-893B04B0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973965"/>
            <a:ext cx="9144000" cy="333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2FC078-2D16-1FAC-9A43-D337A04A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988"/>
            <a:ext cx="9144000" cy="26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316830-891B-A2FC-BA11-7C43D29D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869"/>
            <a:ext cx="9144000" cy="382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D2A800-1831-74CA-6BBF-0C19F602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193"/>
            <a:ext cx="9144000" cy="276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9A809F-7284-159E-0AFB-F526DC82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087"/>
            <a:ext cx="9144000" cy="382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68551-E9CA-8E7C-3A1E-F13D4F9E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92" y="456934"/>
            <a:ext cx="2584815" cy="468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4296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428</cp:revision>
  <dcterms:modified xsi:type="dcterms:W3CDTF">2026-07-14T00:44:22Z</dcterms:modified>
</cp:coreProperties>
</file>