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414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21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F016C08-D1B2-FA1E-E940-D91CF30FE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0611"/>
            <a:ext cx="9144000" cy="3705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7C807AE-B050-7CC0-1CE3-0AB2FAF8A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0738"/>
            <a:ext cx="9144000" cy="278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550CDD9-E328-BD33-1F65-235630217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DA1FFB4-E630-6252-C89A-CCDF5FFED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73" y="521758"/>
            <a:ext cx="7906853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6BA3B68-2CC7-C669-7896-64112D6B8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1216"/>
            <a:ext cx="9144000" cy="382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FE62CC4-B7F3-1AAF-447F-02AA7801B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7558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5785C6F-6FA5-2B59-AA59-35776EE87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84405DA-82FE-EBE6-DA40-B3D32B03B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275" y="1781175"/>
            <a:ext cx="3981450" cy="17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8534F0E-5454-64A9-20DB-4C196A27C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888"/>
            <a:ext cx="9144000" cy="383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A87009F-7B35-C28C-DB45-6CD164A94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5161"/>
            <a:ext cx="9144000" cy="2936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E760C23-D5CE-F5B7-8B5E-8B7A8E0DF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586625"/>
            <a:ext cx="9144000" cy="41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F378058-44B0-49E1-DDCD-BC64D61B9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5282"/>
            <a:ext cx="9144000" cy="2355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BEC9B-A009-DE50-3B17-F3D88586B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344"/>
            <a:ext cx="9144000" cy="4357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10E3DD1-0B97-E78A-5F45-78D4FC0E6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8778"/>
            <a:ext cx="9144000" cy="3308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9E2A2C-E973-2822-A8C4-C9D743FDC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69B776E-FE0D-2C7F-AB06-D24F375B3B27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20B83E4-B1B0-E86A-E693-23E410AA5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1879"/>
            <a:ext cx="9144000" cy="290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408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4827</TotalTime>
  <Words>81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504</cp:revision>
  <dcterms:modified xsi:type="dcterms:W3CDTF">2026-09-21T22:38:14Z</dcterms:modified>
</cp:coreProperties>
</file>