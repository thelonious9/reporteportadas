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21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016C08-D1B2-FA1E-E940-D91CF30FE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0611"/>
            <a:ext cx="9144000" cy="370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C807AE-B050-7CC0-1CE3-0AB2FAF8A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0738"/>
            <a:ext cx="9144000" cy="278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50CDD9-E328-BD33-1F65-235630217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A1FFB4-E630-6252-C89A-CCDF5FFED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73" y="521758"/>
            <a:ext cx="7906853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BA3B68-2CC7-C669-7896-64112D6B8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216"/>
            <a:ext cx="9144000" cy="382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FE62CC4-B7F3-1AAF-447F-02AA7801B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7558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5785C6F-6FA5-2B59-AA59-35776EE87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4405DA-82FE-EBE6-DA40-B3D32B03B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275" y="1781175"/>
            <a:ext cx="398145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534F0E-5454-64A9-20DB-4C196A27C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6888"/>
            <a:ext cx="9144000" cy="383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337745-77D5-BB5D-C96E-337A176E0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208"/>
            <a:ext cx="9144000" cy="289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21D92DE-5F89-78E8-8797-F62C130DC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477"/>
            <a:ext cx="9144000" cy="435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FDE4C4-2047-644B-5AEA-8BF8EEDE0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5671"/>
            <a:ext cx="9144000" cy="291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BE9C89C-F34E-37E0-775B-92D7D9250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646"/>
            <a:ext cx="9144000" cy="439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597B1E1-4525-4458-3E47-D2B0FA499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101"/>
            <a:ext cx="9144000" cy="359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4824</TotalTime>
  <Words>77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Montserrat Black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503</cp:revision>
  <dcterms:modified xsi:type="dcterms:W3CDTF">2026-09-21T15:09:05Z</dcterms:modified>
</cp:coreProperties>
</file>