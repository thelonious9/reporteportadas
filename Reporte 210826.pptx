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21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EC1607-5359-6886-F254-A197AAAC4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287"/>
            <a:ext cx="9144000" cy="33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564C58-5AB0-44A0-BAFA-4C7D1AB93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7681"/>
            <a:ext cx="9144000" cy="246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C205BE-A0C2-CC76-F88C-AA5E6B706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1F80EA-F2FD-3FA6-AE4D-15C9A480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089" y="1099922"/>
            <a:ext cx="5534797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4923CD-2AF6-23DC-57EB-A7AB9D81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136"/>
            <a:ext cx="9144000" cy="34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923B73-3CAC-877E-D924-AAD2B0634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BD44CF-218A-B39B-31BC-FAD52501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4350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9A3C8B-FDB1-154B-137E-D68D0C5F0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0" y="1338090"/>
            <a:ext cx="7916380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8608F1-BBE5-3158-07CA-AFA5D6A89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887055"/>
            <a:ext cx="9144000" cy="35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BF90EC-7ECC-A7B5-CAD8-F5C541AF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556"/>
            <a:ext cx="9144000" cy="267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9EC498-C067-8AFD-AC23-6F4F7B7BE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386"/>
            <a:ext cx="9144000" cy="32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5A8F9-BA00-C2FE-2FF4-31CBD9E7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739"/>
            <a:ext cx="9144000" cy="279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2A4F44-5EBD-AA60-DD10-BDEDFFF4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628"/>
            <a:ext cx="9144000" cy="38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5270AC-B374-C138-D7C9-15F9BE90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983"/>
            <a:ext cx="9144000" cy="30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4730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472</cp:revision>
  <dcterms:modified xsi:type="dcterms:W3CDTF">2026-08-22T00:06:06Z</dcterms:modified>
</cp:coreProperties>
</file>