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8"/>
  </p:notesMasterIdLst>
  <p:sldIdLst>
    <p:sldId id="350" r:id="rId2"/>
    <p:sldId id="404" r:id="rId3"/>
    <p:sldId id="408" r:id="rId4"/>
    <p:sldId id="405" r:id="rId5"/>
    <p:sldId id="406" r:id="rId6"/>
    <p:sldId id="394" r:id="rId7"/>
    <p:sldId id="395" r:id="rId8"/>
    <p:sldId id="396" r:id="rId9"/>
    <p:sldId id="403" r:id="rId10"/>
    <p:sldId id="388" r:id="rId11"/>
    <p:sldId id="351" r:id="rId12"/>
    <p:sldId id="361" r:id="rId13"/>
    <p:sldId id="412" r:id="rId14"/>
    <p:sldId id="371" r:id="rId15"/>
    <p:sldId id="413" r:id="rId16"/>
    <p:sldId id="280" r:id="rId17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9"/>
      <p:bold r:id="rId20"/>
      <p:italic r:id="rId21"/>
      <p:boldItalic r:id="rId22"/>
    </p:embeddedFont>
    <p:embeddedFont>
      <p:font typeface="Montserrat Black" panose="00000A00000000000000" pitchFamily="2" charset="0"/>
      <p:bold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A"/>
    <a:srgbClr val="F8F9FA"/>
    <a:srgbClr val="F4F6F8"/>
    <a:srgbClr val="691B31"/>
    <a:srgbClr val="3A3A3A"/>
    <a:srgbClr val="D8AB72"/>
    <a:srgbClr val="B28D5E"/>
    <a:srgbClr val="DBC6A0"/>
    <a:srgbClr val="F6E3C5"/>
    <a:srgbClr val="BC95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20</a:t>
            </a:r>
            <a:r>
              <a:rPr lang="es-MX" sz="1600" dirty="0">
                <a:solidFill>
                  <a:srgbClr val="D8AB72"/>
                </a:solidFill>
              </a:rPr>
              <a:t> de agosto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16:00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3A46828-E304-B01C-DB98-0CD648A9C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6512" y="545685"/>
            <a:ext cx="9144000" cy="419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3F305943-B505-EBB7-5B2B-190E035226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523220"/>
            <a:ext cx="6857999" cy="2145403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4EF009CD-D579-50C4-AA31-9B493D201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2830751"/>
            <a:ext cx="6857999" cy="2145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5979DF96-023D-B278-E458-AECB1D84C3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88" y="726572"/>
            <a:ext cx="8001000" cy="3833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8250225A-21C4-08FA-5F77-947049668A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5760" y="880826"/>
            <a:ext cx="3972479" cy="338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508EBA0-9690-2358-C26B-858B59DD0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01185"/>
            <a:ext cx="9144000" cy="3284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medios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7F26B5A6-45D2-6914-5439-AD49EB2F9E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88" y="1115316"/>
            <a:ext cx="6858000" cy="3281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BEF73572-5819-F12B-0151-5C17AFFBB3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88" y="930927"/>
            <a:ext cx="6858000" cy="3281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8593D54-5A85-2B81-6933-3649B180ED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21758"/>
            <a:ext cx="9144000" cy="2688987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DB9CB977-C078-AD09-C16F-EF8D995C97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8626" y="3210745"/>
            <a:ext cx="9144000" cy="1681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D391CCB-225F-D52B-292C-38765BCDED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62087"/>
            <a:ext cx="9144000" cy="3562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FCBA2F6-93CB-B0A2-359D-F88FCCF7F3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30385"/>
            <a:ext cx="9144000" cy="2625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1E5FC2A-3739-D298-7130-F58E8D0CEC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44452"/>
            <a:ext cx="9144000" cy="3797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828405A6-6663-981B-6621-84986BD5E42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del gobernador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6F503F8-02A8-9B90-7F06-A156111D9E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88802"/>
            <a:ext cx="9144000" cy="2708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0249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B3956FC-BC00-BAE9-58FF-7C8D90A73B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99327"/>
            <a:ext cx="9144000" cy="3887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DFF6A8-5146-E5F2-074F-084FCC971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5250946C-99D0-0E60-607A-48C02ED03621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1D026F9-5336-9465-29DA-968ACF4CDE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25013"/>
            <a:ext cx="9144000" cy="3747873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0E698EB7-ABE9-66DD-9B9B-5C4C07B9E8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993" y="2797625"/>
            <a:ext cx="2429214" cy="2257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5737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4607</TotalTime>
  <Words>75</Words>
  <Application>Microsoft Office PowerPoint</Application>
  <PresentationFormat>Presentación en pantalla (16:9)</PresentationFormat>
  <Paragraphs>19</Paragraphs>
  <Slides>16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Arial</vt:lpstr>
      <vt:lpstr>Montserrat Black</vt:lpstr>
      <vt:lpstr>Montserrat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470</cp:revision>
  <dcterms:modified xsi:type="dcterms:W3CDTF">2026-08-20T23:11:04Z</dcterms:modified>
</cp:coreProperties>
</file>