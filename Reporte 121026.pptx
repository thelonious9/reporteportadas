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388" r:id="rId11"/>
    <p:sldId id="351" r:id="rId12"/>
    <p:sldId id="361" r:id="rId13"/>
    <p:sldId id="412" r:id="rId14"/>
    <p:sldId id="371" r:id="rId15"/>
    <p:sldId id="413" r:id="rId16"/>
    <p:sldId id="280" r:id="rId1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Black" panose="00000A00000000000000" pitchFamily="2" charset="0"/>
      <p:bold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F8F9FA"/>
    <a:srgbClr val="F4F6F8"/>
    <a:srgbClr val="691B31"/>
    <a:srgbClr val="3A3A3A"/>
    <a:srgbClr val="D8AB72"/>
    <a:srgbClr val="B28D5E"/>
    <a:srgbClr val="DBC6A0"/>
    <a:srgbClr val="F6E3C5"/>
    <a:srgbClr val="BC95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20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</a:t>
            </a:r>
            <a:r>
              <a:rPr lang="es-MX" sz="1600" dirty="0">
                <a:solidFill>
                  <a:srgbClr val="D8AB72"/>
                </a:solidFill>
              </a:rPr>
              <a:t>12</a:t>
            </a: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 de octubre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17:00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DAA954B-2411-BF3B-23AB-4E5667F56F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66871"/>
            <a:ext cx="9144000" cy="3352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B611FDA-5A10-D5F2-B90F-DB81A0D692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18190"/>
            <a:ext cx="9144000" cy="244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335DA850-2412-FC74-74C3-1B79753BA2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D76F095-E181-96B8-BCB5-14827A3232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6987" y="521758"/>
            <a:ext cx="6477000" cy="133350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91F80703-3D79-954D-447E-B67B961E46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20905"/>
            <a:ext cx="9144000" cy="2109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6A437BD-57DA-D2A9-4817-B2D3AFEAE8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4387"/>
            <a:ext cx="9144000" cy="3357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en primeras planas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13CBCA0F-373D-A017-52B5-95ED999F0F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88" y="954107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A44BFF1F-0481-0600-E30C-7830649FBE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DDB70C1-219D-0A7B-BEAE-743428E724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2275" y="942975"/>
            <a:ext cx="3219450" cy="3257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CACAA33-35BF-A069-1756-099DC1FE30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13864"/>
            <a:ext cx="9144000" cy="3360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9941960-78EA-D1E9-4855-15A7EB9364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13059"/>
            <a:ext cx="9144000" cy="2660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78A52D7-6C8B-5494-07A8-D0B97F7CB6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34328"/>
            <a:ext cx="9144000" cy="3817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28405A6-6663-981B-6621-84986BD5E42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gobernador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A825D44-9A71-B935-08A7-F6BC2585CE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725" y="1259027"/>
            <a:ext cx="9144000" cy="2768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249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163E0D4-ACFB-9BCA-D211-91D1388EC3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82669"/>
            <a:ext cx="9144000" cy="3921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FF6A8-5146-E5F2-074F-084FCC97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250946C-99D0-0E60-607A-48C02ED03621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Comentarios emitidos por radioescuchas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87E379D-F9A8-D88F-9C8B-FE6F5343F1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51682"/>
            <a:ext cx="9144000" cy="3783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5737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4924</TotalTime>
  <Words>77</Words>
  <Application>Microsoft Office PowerPoint</Application>
  <PresentationFormat>Presentación en pantalla (16:9)</PresentationFormat>
  <Paragraphs>19</Paragraphs>
  <Slides>16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Montserrat</vt:lpstr>
      <vt:lpstr>Montserrat Black</vt:lpstr>
      <vt:lpstr>Arial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531</cp:revision>
  <dcterms:modified xsi:type="dcterms:W3CDTF">2026-10-12T15:03:18Z</dcterms:modified>
</cp:coreProperties>
</file>