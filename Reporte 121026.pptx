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1" r:id="rId13"/>
    <p:sldId id="412" r:id="rId14"/>
    <p:sldId id="371" r:id="rId15"/>
    <p:sldId id="413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0</a:t>
            </a:r>
            <a:r>
              <a:rPr lang="es-MX" sz="1600" dirty="0">
                <a:solidFill>
                  <a:srgbClr val="D8AB72"/>
                </a:solidFill>
              </a:rPr>
              <a:t>9</a:t>
            </a: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 de octubre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17:00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1A37C98-EEE9-F49C-5451-065D0EDCA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4512"/>
            <a:ext cx="9144000" cy="329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19792DA-B478-5835-F769-1A27026AA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23159"/>
            <a:ext cx="9144000" cy="244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0852776-FBA4-FE1C-8FAD-A20F50787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1984275-6BDF-1274-6F02-571D3095B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33791"/>
            <a:ext cx="9144000" cy="301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BC08A8A-C1F3-432A-F4CC-1B1EB78D2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5590"/>
            <a:ext cx="9144000" cy="3315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9C769C7-15C1-54D2-B875-0834E5847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A8C2E2C-D0CB-CEB0-BEC9-5E2555881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0EFC6B5-9E35-717E-9D65-4F5B731F0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950" y="1785938"/>
            <a:ext cx="53721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CACAA33-35BF-A069-1756-099DC1FE3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3864"/>
            <a:ext cx="9144000" cy="3360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9941960-78EA-D1E9-4855-15A7EB936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3059"/>
            <a:ext cx="9144000" cy="2660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78A52D7-6C8B-5494-07A8-D0B97F7CB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4328"/>
            <a:ext cx="9144000" cy="3817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A825D44-9A71-B935-08A7-F6BC2585C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5" y="1259027"/>
            <a:ext cx="9144000" cy="2768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163E0D4-ACFB-9BCA-D211-91D1388EC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2669"/>
            <a:ext cx="9144000" cy="392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Comentarios emitidos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87E379D-F9A8-D88F-9C8B-FE6F5343F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1682"/>
            <a:ext cx="9144000" cy="3783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4922</TotalTime>
  <Words>77</Words>
  <Application>Microsoft Office PowerPoint</Application>
  <PresentationFormat>Presentación en pantalla (16:9)</PresentationFormat>
  <Paragraphs>19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Montserrat Black</vt:lpstr>
      <vt:lpstr>Montserrat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530</cp:revision>
  <dcterms:modified xsi:type="dcterms:W3CDTF">2026-10-10T00:01:41Z</dcterms:modified>
</cp:coreProperties>
</file>