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8"/>
  </p:notesMasterIdLst>
  <p:sldIdLst>
    <p:sldId id="350" r:id="rId2"/>
    <p:sldId id="404" r:id="rId3"/>
    <p:sldId id="408" r:id="rId4"/>
    <p:sldId id="405" r:id="rId5"/>
    <p:sldId id="406" r:id="rId6"/>
    <p:sldId id="394" r:id="rId7"/>
    <p:sldId id="395" r:id="rId8"/>
    <p:sldId id="396" r:id="rId9"/>
    <p:sldId id="403" r:id="rId10"/>
    <p:sldId id="388" r:id="rId11"/>
    <p:sldId id="351" r:id="rId12"/>
    <p:sldId id="361" r:id="rId13"/>
    <p:sldId id="412" r:id="rId14"/>
    <p:sldId id="371" r:id="rId15"/>
    <p:sldId id="413" r:id="rId16"/>
    <p:sldId id="280" r:id="rId17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19"/>
      <p:bold r:id="rId20"/>
      <p:italic r:id="rId21"/>
      <p:boldItalic r:id="rId22"/>
    </p:embeddedFont>
    <p:embeddedFont>
      <p:font typeface="Montserrat Black" panose="00000A00000000000000" pitchFamily="2" charset="0"/>
      <p:bold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AFAFA"/>
    <a:srgbClr val="F8F9FA"/>
    <a:srgbClr val="F4F6F8"/>
    <a:srgbClr val="691B31"/>
    <a:srgbClr val="3A3A3A"/>
    <a:srgbClr val="D8AB72"/>
    <a:srgbClr val="B28D5E"/>
    <a:srgbClr val="DBC6A0"/>
    <a:srgbClr val="F6E3C5"/>
    <a:srgbClr val="BC95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303" autoAdjust="0"/>
  </p:normalViewPr>
  <p:slideViewPr>
    <p:cSldViewPr snapToGrid="0">
      <p:cViewPr varScale="1">
        <p:scale>
          <a:sx n="133" d="100"/>
          <a:sy n="133" d="100"/>
        </p:scale>
        <p:origin x="906" y="114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A4109-DE7B-A0CB-8032-9B5DA2AED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92C87AE-6D7F-CE0F-E0C6-D0C8BCD2E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6045741-295A-AAE3-0DFE-431661A272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4013921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08BC3-87FB-F571-9453-91315B27F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6310CCB-9BA8-CACF-122A-2E5698054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AE902B6-DBD4-2D27-E9AE-C2BB9100C5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48288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6519B-A5BA-683F-3102-86EC1ED2A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7198EAA-93A3-ABCB-5EF2-9AAC7563C7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778500B-3B7A-CCDD-313A-A5F5F56747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5745556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D56B5-8E3D-156D-794A-66412674B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12DD771-8785-1B74-5266-3056F738CC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DBEC6D9-9EE0-0A69-9D44-7F32576317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6678113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567EE-3B4E-8C48-2AAD-0C70B0A7F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F77A78B-931E-E4C0-06DD-65C39828E9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45FACC4-33AE-75CC-0129-66D11BC3A3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003483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F25F0AE0-550E-E139-0EAA-601DDCDE3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>
            <a:extLst>
              <a:ext uri="{FF2B5EF4-FFF2-40B4-BE49-F238E27FC236}">
                <a16:creationId xmlns:a16="http://schemas.microsoft.com/office/drawing/2014/main" id="{CC41C0BC-CB49-17D9-FE89-62E8BEDFE0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>
            <a:extLst>
              <a:ext uri="{FF2B5EF4-FFF2-40B4-BE49-F238E27FC236}">
                <a16:creationId xmlns:a16="http://schemas.microsoft.com/office/drawing/2014/main" id="{0F552A97-0F1D-AD78-E939-C9840F5EB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31123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654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Elaborado: </a:t>
            </a:r>
            <a:r>
              <a:rPr lang="es-MX" sz="1600" dirty="0">
                <a:solidFill>
                  <a:srgbClr val="D8AB72"/>
                </a:solidFill>
              </a:rPr>
              <a:t>12</a:t>
            </a: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 de octubre</a:t>
            </a:r>
            <a:endParaRPr lang="es-MX" sz="1600" dirty="0">
              <a:solidFill>
                <a:srgbClr val="D8AB72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17:00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AFB07B-A97F-580B-C807-AADF2D980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95622977-0971-C09F-23C7-1B431CA286F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EDAA954B-2411-BF3B-23AB-4E5667F56F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66871"/>
            <a:ext cx="9144000" cy="3352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384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1A93C4-2DEB-0E75-9E76-1B11E0B49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FB9268F8-6E5B-3D55-2045-C7F97FD6E20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B611FDA-5A10-D5F2-B90F-DB81A0D692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18190"/>
            <a:ext cx="9144000" cy="244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7688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30744A-5BE4-2258-7B5D-8CC4A14ED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180E2173-FD03-9BE5-F659-52C81477881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335DA850-2412-FC74-74C3-1B79753BA2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914940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456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48FB7-1DE5-778D-6EFE-6E2E95659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E63A60A8-6548-CD5C-EB96-B6431D9CA71B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0D76F095-E181-96B8-BCB5-14827A3232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6987" y="521758"/>
            <a:ext cx="6477000" cy="1333500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91F80703-3D79-954D-447E-B67B961E46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020905"/>
            <a:ext cx="9144000" cy="2109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718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F384B7-8BD8-1B37-5F51-FD46B11FD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5D745B17-E8D1-051C-B27F-A3B591D8F7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6A437BD-57DA-D2A9-4817-B2D3AFEAE8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64387"/>
            <a:ext cx="9144000" cy="3357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7083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383A7D-6E95-7FBD-ECB9-6F21EFAB5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EF6B6CD5-AF4A-39E2-B949-E9735271D8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en primeras planas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13CBCA0F-373D-A017-52B5-95ED999F0F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88" y="954107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0977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569AC2-17AA-6728-4169-8404B6464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C488274-DEF2-00AA-CBB0-3ADE1D32DCE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temas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A44BFF1F-0481-0600-E30C-7830649FBE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88" y="914940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6623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B6DC8C-E619-F67B-9048-4615CF198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C46A5360-EC76-283F-42C4-C3D1585636DD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DDB70C1-219D-0A7B-BEAE-743428E724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2275" y="942975"/>
            <a:ext cx="3219450" cy="3257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8591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Shape 108">
          <a:extLst>
            <a:ext uri="{FF2B5EF4-FFF2-40B4-BE49-F238E27FC236}">
              <a16:creationId xmlns:a16="http://schemas.microsoft.com/office/drawing/2014/main" id="{3AB59246-6522-404E-9FEB-F1E85E07D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E07F171-51E8-E8F4-27C7-0CA3B7A8A99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F5F75A67-5586-12EA-73F5-093CB18C21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43277"/>
            <a:ext cx="9144000" cy="3399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119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79266257-D1FB-7130-BC5C-4D5D40E44A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12003"/>
            <a:ext cx="9144000" cy="2662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85844061-38D0-580F-EF84-BBD84C7680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96594"/>
            <a:ext cx="9144000" cy="3893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828405A6-6663-981B-6621-84986BD5E42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gobernador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AABF67A7-F00E-18A7-75DB-C590A73177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31839"/>
            <a:ext cx="9144000" cy="2622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00249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E4F37E4-6BA2-F83F-177F-21C522FF978A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1D555DCF-A241-A5A3-4DC4-256B3EB43B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03321"/>
            <a:ext cx="9144000" cy="3879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462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DFF6A8-5146-E5F2-074F-084FCC971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5250946C-99D0-0E60-607A-48C02ED03621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Comentarios emitidos por radioescuchas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12BB0A5-593E-BA5D-68C7-880BF1B9AD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30993"/>
            <a:ext cx="9144000" cy="3224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5737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4925</TotalTime>
  <Words>77</Words>
  <Application>Microsoft Office PowerPoint</Application>
  <PresentationFormat>Presentación en pantalla (16:9)</PresentationFormat>
  <Paragraphs>19</Paragraphs>
  <Slides>16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0" baseType="lpstr">
      <vt:lpstr>Arial</vt:lpstr>
      <vt:lpstr>Montserrat</vt:lpstr>
      <vt:lpstr>Montserrat Black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532</cp:revision>
  <dcterms:modified xsi:type="dcterms:W3CDTF">2026-10-12T23:35:13Z</dcterms:modified>
</cp:coreProperties>
</file>