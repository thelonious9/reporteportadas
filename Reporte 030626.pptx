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7" r:id="rId9"/>
    <p:sldId id="396" r:id="rId10"/>
    <p:sldId id="388" r:id="rId11"/>
    <p:sldId id="351" r:id="rId12"/>
    <p:sldId id="369" r:id="rId13"/>
    <p:sldId id="361" r:id="rId14"/>
    <p:sldId id="371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03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F54DE0E-3D27-41CB-B6D5-10E6A1F73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559"/>
            <a:ext cx="9144000" cy="341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D73903-6843-A4CD-C0D9-9FF1C4CB9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9054"/>
            <a:ext cx="9144000" cy="250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324441-DAC7-2A55-01FE-BA166E1FE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57" y="643264"/>
            <a:ext cx="7936062" cy="399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72044C-8C42-7510-1F43-F2ECFB510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5" y="671247"/>
            <a:ext cx="7992590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41F116-7DB2-001D-FF8F-BEDBB9B69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90"/>
            <a:ext cx="9144000" cy="341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176A75-956D-9BF6-A1E9-067D80077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8" y="697264"/>
            <a:ext cx="7721780" cy="389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7C0B8-9134-7D81-4996-47506029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81539C2-1A86-029F-7F90-77CAC754F7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1134F2-CDE7-26B0-6763-0C53BC4B1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5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B2237A-4AD4-7ED4-5D37-E1A4675F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339" y="961800"/>
            <a:ext cx="3553321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285007-E81A-89D9-1585-59572B3B2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5354"/>
            <a:ext cx="9144000" cy="357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68629CF-AAE3-55BD-08A6-1F4DFAE17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532"/>
            <a:ext cx="9144000" cy="257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7BD724-C70B-8A96-157E-339F0293B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876"/>
            <a:ext cx="9144000" cy="329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D015F3-D079-ED61-D13F-B55B5597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00995"/>
            <a:ext cx="9144000" cy="268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3E14B0-8970-0516-C168-00B44667E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5816"/>
            <a:ext cx="9144000" cy="38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41F7E7-7B36-CAED-47A2-855C059B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435"/>
            <a:ext cx="9144000" cy="205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4025</TotalTime>
  <Words>68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390</cp:revision>
  <dcterms:modified xsi:type="dcterms:W3CDTF">2026-06-04T00:17:52Z</dcterms:modified>
</cp:coreProperties>
</file>