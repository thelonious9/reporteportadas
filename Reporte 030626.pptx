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365" r:id="rId3"/>
    <p:sldId id="352" r:id="rId4"/>
    <p:sldId id="393" r:id="rId5"/>
    <p:sldId id="378" r:id="rId6"/>
    <p:sldId id="394" r:id="rId7"/>
    <p:sldId id="395" r:id="rId8"/>
    <p:sldId id="397" r:id="rId9"/>
    <p:sldId id="396" r:id="rId10"/>
    <p:sldId id="388" r:id="rId11"/>
    <p:sldId id="351" r:id="rId12"/>
    <p:sldId id="369" r:id="rId13"/>
    <p:sldId id="361" r:id="rId14"/>
    <p:sldId id="371" r:id="rId15"/>
    <p:sldId id="384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D8FB4-E321-0E01-8262-6CF75FF3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92D699-CFB9-7D9E-96EA-B379B7F5A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5D00D-F622-9591-B42F-DD768852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466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03 de junio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F54DE0E-3D27-41CB-B6D5-10E6A1F73E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5559"/>
            <a:ext cx="9144000" cy="341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7D73903-6843-A4CD-C0D9-9FF1C4CB93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89054"/>
            <a:ext cx="9144000" cy="2508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5B23-9219-C74D-1B93-EB466FF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2FFEB-F79A-B289-E2B0-F9E2F92695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8324441-DAC7-2A55-01FE-BA166E1FE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457" y="643264"/>
            <a:ext cx="7936062" cy="3999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91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272044C-8C42-7510-1F43-F2ECFB5107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705" y="671247"/>
            <a:ext cx="7992590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95CBB-7EDA-678C-3FCC-2B16BA897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1286EB35-EF9C-CD29-A384-54A2E32DDA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041F116-7DB2-001D-FF8F-BEDBB9B69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5890"/>
            <a:ext cx="9144000" cy="3411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205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C1EBBA-92C3-5476-C1AF-7F36B78D3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883E10B7-5306-FB47-3253-891CB7DAD4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4176A75-956D-9BF6-A1E9-067D80077C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598" y="697264"/>
            <a:ext cx="7721780" cy="3891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221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57C0B8-9134-7D81-4996-47506029A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081539C2-1A86-029F-7F90-77CAC754F7B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E1134F2-CDE7-26B0-6763-0C53BC4B1E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809752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557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20EC88FD-15B2-677D-05EF-322F29B5CBF5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AB2237A-4AD4-7ED4-5D37-E1A4675F5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339" y="961800"/>
            <a:ext cx="3553321" cy="3219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487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470D902-604E-A372-1C49-30A7527AD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2893"/>
            <a:ext cx="9144000" cy="3540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2536DA5-4664-1776-A7CC-8CEDFABBD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1718"/>
            <a:ext cx="9144000" cy="2562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11CE18C-9DD3-0D61-9469-478F52C38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4351"/>
            <a:ext cx="9144000" cy="3977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DADCF4E-6074-C14E-53B2-255529F9E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9311"/>
            <a:ext cx="9144000" cy="274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9FB3827-0ACE-B505-ADAB-FC48A6965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91022"/>
            <a:ext cx="9144000" cy="2104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5CA6E3AA-9467-5FF2-A182-F9C74DF835BA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Información emitida por radioescuchas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572DEB3-9B30-87BA-0DBB-17DD945F69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2380"/>
            <a:ext cx="9144000" cy="331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88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4024</TotalTime>
  <Words>68</Words>
  <Application>Microsoft Office PowerPoint</Application>
  <PresentationFormat>Presentación en pantalla (16:9)</PresentationFormat>
  <Paragraphs>19</Paragraphs>
  <Slides>16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</vt:lpstr>
      <vt:lpstr>Montserrat Black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389</cp:revision>
  <dcterms:modified xsi:type="dcterms:W3CDTF">2026-06-03T15:48:15Z</dcterms:modified>
</cp:coreProperties>
</file>