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1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414" r:id="rId11"/>
    <p:sldId id="415" r:id="rId12"/>
    <p:sldId id="388" r:id="rId13"/>
    <p:sldId id="351" r:id="rId14"/>
    <p:sldId id="361" r:id="rId15"/>
    <p:sldId id="412" r:id="rId16"/>
    <p:sldId id="371" r:id="rId17"/>
    <p:sldId id="413" r:id="rId18"/>
    <p:sldId id="416" r:id="rId19"/>
    <p:sldId id="280" r:id="rId2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Black" panose="00000A00000000000000" pitchFamily="2" charset="0"/>
      <p:bold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A1851-A1A4-56AE-F4F7-17B304D18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8D9DD3-F259-E3A4-8482-0FB8A5FA9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5738C47-DC60-1FA5-FA8D-E7C67734A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278072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8DE4-3412-9088-B1B4-79869F94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008E0C-A5B4-91BC-3FDB-E307F83D1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7A4750-F976-FE9C-D318-EA85711B3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25484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26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B494C5C-A039-CD44-7587-A6FE8E8E1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9615"/>
            <a:ext cx="9144000" cy="342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1E3C90F-A8A7-54C5-DA99-0299035CD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28683"/>
            <a:ext cx="9144000" cy="248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72D268D-878C-D26A-8CBE-3B0A16EB8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88" y="712177"/>
            <a:ext cx="7662600" cy="386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2C2142-E588-87D3-D7D8-0842DB7E8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063" y="714106"/>
            <a:ext cx="5372850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6A5C9BA-A1DA-0B9A-FCE6-E112DED2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5513"/>
            <a:ext cx="9144000" cy="341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E6CBB24-3C65-C442-5963-DCAA68FD2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B58FFAF-A1EB-F0E2-3294-0BF58161A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820E08-266F-0C81-6FE5-071380128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9339"/>
            <a:ext cx="9144000" cy="302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0E934-0A8C-9C3C-BF5A-BE8DDF12B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F6149240-C34C-D946-C0AE-4D5D2E340038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FC9ACF0-0FB6-D3F3-8BD0-643AE3B97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53" y="521758"/>
            <a:ext cx="7855093" cy="3006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19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BF25A5-4702-3E49-A0CB-7D32C4F11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1D9F8713-584F-5DB2-99A4-71CC77D22989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D905C5C-C06D-DF56-AB71-D818E6AEB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84" y="1312832"/>
            <a:ext cx="7935432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01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55193C9-5F19-044E-1BD9-3FC8F4815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5158"/>
            <a:ext cx="9144000" cy="355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E41A316-0E32-A3C4-7A52-DA6BE9511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4720"/>
            <a:ext cx="9144000" cy="261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549E9E-7E2C-7572-2EF1-F9AA79FB5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8830"/>
            <a:ext cx="9144000" cy="374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F04F55A-A4A6-C115-23C4-C768F7E2A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5884"/>
            <a:ext cx="9144000" cy="273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D5B1473-E361-77F2-9051-DA9F66692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7773"/>
            <a:ext cx="9144000" cy="3907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4672662-FB0F-0527-E44A-2ABD8ACEA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2141"/>
            <a:ext cx="9144000" cy="238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966D19-114C-A6F3-AD60-EA7522CD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C2D92B3-FE6E-B338-3B95-6C582961E1DF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CCBEEF-24C0-1866-E429-331486407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5" y="1166607"/>
            <a:ext cx="7563906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692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4750</TotalTime>
  <Words>91</Words>
  <Application>Microsoft Office PowerPoint</Application>
  <PresentationFormat>Presentación en pantalla (16:9)</PresentationFormat>
  <Paragraphs>22</Paragraphs>
  <Slides>19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478</cp:revision>
  <dcterms:modified xsi:type="dcterms:W3CDTF">2026-08-26T23:18:49Z</dcterms:modified>
</cp:coreProperties>
</file>