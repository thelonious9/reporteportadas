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65" r:id="rId3"/>
    <p:sldId id="352" r:id="rId4"/>
    <p:sldId id="378" r:id="rId5"/>
    <p:sldId id="381" r:id="rId6"/>
    <p:sldId id="383" r:id="rId7"/>
    <p:sldId id="382" r:id="rId8"/>
    <p:sldId id="281" r:id="rId9"/>
    <p:sldId id="351" r:id="rId10"/>
    <p:sldId id="369" r:id="rId11"/>
    <p:sldId id="361" r:id="rId12"/>
    <p:sldId id="371" r:id="rId13"/>
    <p:sldId id="370" r:id="rId14"/>
    <p:sldId id="380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  <p:embeddedFont>
      <p:font typeface="Segoe UI" panose="020B0502040204020203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45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13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8B5C53-0D3A-8875-3BA7-A3DDFA03B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829"/>
            <a:ext cx="9144000" cy="424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C7B010-8E1E-E3BE-DBB2-F02F08296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9508"/>
            <a:ext cx="9144000" cy="308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3579CE-26F9-F059-9826-524420F9B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26" y="718879"/>
            <a:ext cx="7868748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5A5356B-A4C8-F7B9-6458-AC69A198C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263"/>
            <a:ext cx="9144000" cy="422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3E90D07-3C7A-2759-F2C8-F2BA3705CB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79CC681-2A32-B19A-848A-D9EAFFDA9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" y="1105950"/>
            <a:ext cx="4554410" cy="307447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17E57F2-E9BD-C839-A9C9-8E865B926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608" y="1105950"/>
            <a:ext cx="4568802" cy="307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6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0DDD7D1-6134-6DD8-BA7B-8FA9C54732C2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39BE23-4C59-1CBA-2D8C-D657C5F71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04" y="1642933"/>
            <a:ext cx="8173591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0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F28BBE-105B-03D9-222A-0C2D08C9C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598"/>
            <a:ext cx="9144000" cy="438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0A09B0-0F1D-861F-1D3C-E034577D5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2256"/>
            <a:ext cx="9144000" cy="317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42FF42-194B-6397-04FB-BF431B293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357"/>
            <a:ext cx="9144000" cy="424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0F61E1-E9C8-510F-DF4B-44533F4FB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654"/>
            <a:ext cx="9144000" cy="340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6F2F07F-8E2C-42D8-A847-2775E3F3F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2297"/>
            <a:ext cx="9144000" cy="267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53DBD2-F87B-BB91-CEBA-16BC91FA3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0609"/>
            <a:ext cx="9144000" cy="240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4F524ED-0B8E-0790-DCE0-642E79B40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296"/>
            <a:ext cx="9144000" cy="383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3547</TotalTime>
  <Words>74</Words>
  <Application>Microsoft Office PowerPoint</Application>
  <PresentationFormat>Presentación en pantalla (16:9)</PresentationFormat>
  <Paragraphs>18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Segoe UI</vt:lpstr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337</cp:revision>
  <dcterms:modified xsi:type="dcterms:W3CDTF">2026-04-14T00:19:59Z</dcterms:modified>
</cp:coreProperties>
</file>