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23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0340FC-E105-A1FE-41B8-B20EBFE57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332"/>
            <a:ext cx="9144000" cy="424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6F9AEE-6099-9808-1248-1A6FB2CD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4483"/>
            <a:ext cx="9144000" cy="307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7D2016D-B04B-0D62-0123-997CE73D5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758"/>
            <a:ext cx="9144000" cy="163376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D96F87A-BAE6-A069-9D0F-E61B1F9E4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2571750"/>
            <a:ext cx="9144000" cy="155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BDF40F-2949-07F9-90A2-D69F7B3D9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137"/>
            <a:ext cx="9144000" cy="423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6E7C25-D08D-011B-B415-4407EDD4A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62571"/>
            <a:ext cx="4519358" cy="296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E86746F-2E84-E533-F7E6-9837A4C18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643" y="1234309"/>
            <a:ext cx="4400573" cy="281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0776FE8-2E5F-73F1-4E7A-472CD411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0" y="1690564"/>
            <a:ext cx="8125959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760745-98C1-6ECA-A435-56F84ADBA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2749"/>
            <a:ext cx="9144000" cy="441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ED65A8-40FF-7364-4D23-BF776981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433"/>
            <a:ext cx="9144000" cy="32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553BDE-38E3-A29C-2EB0-B3D6D1018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854"/>
            <a:ext cx="9144000" cy="44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EFD689-3A28-952D-9E10-CCC25816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277"/>
            <a:ext cx="9144000" cy="348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E62471-C098-FBD8-556C-B0BE2D86A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078"/>
            <a:ext cx="9144000" cy="274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603A17-1FFA-7AAD-F3CF-BBACE0C3B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730"/>
            <a:ext cx="9144000" cy="241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61B3D7-D911-6E28-90D5-DBEADA2E4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947"/>
            <a:ext cx="9144000" cy="360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483ADC-685E-EC0B-4458-AF9AD505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812" y="1233300"/>
            <a:ext cx="4296375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3117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Montserrat Black</vt:lpstr>
      <vt:lpstr>Montserrat</vt:lpstr>
      <vt:lpstr>Arial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312</cp:revision>
  <dcterms:modified xsi:type="dcterms:W3CDTF">2026-03-23T22:26:29Z</dcterms:modified>
</cp:coreProperties>
</file>