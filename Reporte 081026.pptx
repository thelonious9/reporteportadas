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07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8823327-895A-3986-410D-77536A248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75192"/>
            <a:ext cx="9144000" cy="373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BE005A-E006-D6A5-4875-378B3803A1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48678"/>
            <a:ext cx="9144000" cy="27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652324E-41C8-EDA9-5A7B-392CE04F6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F815D6E-0431-6654-CC85-221FA013A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" y="652463"/>
            <a:ext cx="8801100" cy="398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E67D397-C7E8-1831-F90E-52D209176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1926"/>
            <a:ext cx="9144000" cy="374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CB2BF96-572E-7C35-A65B-C64154F29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CEFB7C3-9D85-D3DA-F51B-5F35185B6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B23B69D-B36B-6C51-AEC5-2113A91EA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25" y="995362"/>
            <a:ext cx="3714750" cy="31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FE6A62-28F3-A756-8DA1-29E554B79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3434"/>
            <a:ext cx="9144000" cy="4019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EB3F1C2-FFE4-FDD0-28AB-999C26D84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173435"/>
            <a:ext cx="9144000" cy="293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5A74B4A-D376-35E8-AC69-70A3E5B39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1130"/>
            <a:ext cx="9144000" cy="356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F83A1B9-6C73-96C3-B224-CCAF6CF40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7477"/>
            <a:ext cx="9144000" cy="2371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229E0CC-60D7-1807-E465-144AA6BD05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9768"/>
            <a:ext cx="9144000" cy="3926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C061178-A8AD-EF13-5670-0698456F3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902" y="437734"/>
            <a:ext cx="6097172" cy="4705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4916</TotalTime>
  <Words>77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528</cp:revision>
  <dcterms:modified xsi:type="dcterms:W3CDTF">2026-10-09T00:23:54Z</dcterms:modified>
</cp:coreProperties>
</file>