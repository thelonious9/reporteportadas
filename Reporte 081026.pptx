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07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823327-895A-3986-410D-77536A24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5192"/>
            <a:ext cx="9144000" cy="373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BE005A-E006-D6A5-4875-378B3803A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8678"/>
            <a:ext cx="9144000" cy="27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52324E-41C8-EDA9-5A7B-392CE04F6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815D6E-0431-6654-CC85-221FA013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52463"/>
            <a:ext cx="88011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67D397-C7E8-1831-F90E-52D20917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926"/>
            <a:ext cx="9144000" cy="374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B2BF96-572E-7C35-A65B-C64154F29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CEFB7C3-9D85-D3DA-F51B-5F35185B6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23B69D-B36B-6C51-AEC5-2113A91EA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995362"/>
            <a:ext cx="371475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FBA1CB-772D-062C-639F-6E4F26AA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501188"/>
            <a:ext cx="9144000" cy="42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F7C038-F150-8D45-9C76-9DF68A51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977856"/>
            <a:ext cx="9144000" cy="333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C26654-0903-0269-E83A-63766975C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9144000" cy="45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5607CF-B2CB-E7A6-19F9-B671185D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061"/>
            <a:ext cx="9144000" cy="336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D7B2C57-5B34-3A73-5F6E-EAB69600A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63009"/>
            <a:ext cx="9144000" cy="436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945C0-F70E-13C6-898F-1A7B2C284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2BE0C88-EC1D-CCB4-1CC7-50C27412A87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696B9A-1A9E-864A-E939-0E4E1011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9" y="933450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0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BF71B3-4443-7E20-E0BE-0D37B688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46758"/>
            <a:ext cx="9144000" cy="41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4914</TotalTime>
  <Words>82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527</cp:revision>
  <dcterms:modified xsi:type="dcterms:W3CDTF">2026-10-08T16:08:11Z</dcterms:modified>
</cp:coreProperties>
</file>