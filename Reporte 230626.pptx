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52" r:id="rId3"/>
    <p:sldId id="393" r:id="rId4"/>
    <p:sldId id="399" r:id="rId5"/>
    <p:sldId id="378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9345-865A-0DA3-76DB-D96B92B9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A5609B-DEE3-43D0-62AD-1D7731C03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E0C674-5D05-F1AA-1E23-CB69872B2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449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54499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23 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F5E8C43-2C22-5BB9-B1B4-76879F467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7564"/>
            <a:ext cx="9144000" cy="369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59E662D-B83F-9258-B72F-7B765C6A4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7850"/>
            <a:ext cx="9144000" cy="275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02CF3-B90A-0EB5-9801-0ED2916E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426AD94F-EE82-EF95-255F-C7BB0EE7D2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E2F0DF-1CEA-F969-1B37-CF620FB14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7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96059D8-E219-DF4A-F88C-DDEC34668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116" y="521758"/>
            <a:ext cx="4972744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FCC448-7C1F-DBE3-5695-5B68BF327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2700"/>
            <a:ext cx="9144000" cy="384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ECA0DE9-F232-D6A5-57FF-0F83C7D95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F8CB522-C463-AED3-9A30-E9B8E2C99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83AD27-F72E-5435-21DD-0F366CC17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13" y="521758"/>
            <a:ext cx="7868748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A738124-AC9E-44F1-FA9A-91110BD55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9104"/>
            <a:ext cx="9144000" cy="358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FAA655-0F52-2415-7046-22E2D0564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2577"/>
            <a:ext cx="9144000" cy="263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3FD308-1AF1-CDC8-CE51-5353666BF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7589"/>
            <a:ext cx="9144000" cy="320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66AA9B-F4B7-AD64-B49A-36744BC9D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5640"/>
            <a:ext cx="9144000" cy="281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41A173D-9E1A-BD40-E483-DBD524169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3750"/>
            <a:ext cx="9144000" cy="381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696C7E4-3F38-E263-D3D0-EC51A32ED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0674"/>
            <a:ext cx="9144000" cy="434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4160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407</cp:revision>
  <dcterms:modified xsi:type="dcterms:W3CDTF">2026-06-24T01:28:46Z</dcterms:modified>
</cp:coreProperties>
</file>