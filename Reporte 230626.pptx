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352" r:id="rId3"/>
    <p:sldId id="393" r:id="rId4"/>
    <p:sldId id="399" r:id="rId5"/>
    <p:sldId id="378" r:id="rId6"/>
    <p:sldId id="394" r:id="rId7"/>
    <p:sldId id="395" r:id="rId8"/>
    <p:sldId id="396" r:id="rId9"/>
    <p:sldId id="403" r:id="rId10"/>
    <p:sldId id="388" r:id="rId11"/>
    <p:sldId id="351" r:id="rId12"/>
    <p:sldId id="369" r:id="rId13"/>
    <p:sldId id="361" r:id="rId14"/>
    <p:sldId id="371" r:id="rId15"/>
    <p:sldId id="400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D8FB4-E321-0E01-8262-6CF75FF3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992D699-CFB9-7D9E-96EA-B379B7F5A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055D00D-F622-9591-B42F-DD768852A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72466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49345-865A-0DA3-76DB-D96B92B9C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FA5609B-DEE3-43D0-62AD-1D7731C038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2E0C674-5D05-F1AA-1E23-CB69872B21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99449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8544991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23 de junio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F5E8C43-2C22-5BB9-B1B4-76879F467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97564"/>
            <a:ext cx="9144000" cy="3691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115B23-9219-C74D-1B93-EB466FF53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5272FFEB-F79A-B289-E2B0-F9E2F92695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59E662D-B83F-9258-B72F-7B765C6A4B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67850"/>
            <a:ext cx="9144000" cy="275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791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802CF3-B90A-0EB5-9801-0ED2916E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426AD94F-EE82-EF95-255F-C7BB0EE7D2C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7E2F0DF-1CEA-F969-1B37-CF620FB14B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385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577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96059D8-E219-DF4A-F88C-DDEC34668C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116" y="521758"/>
            <a:ext cx="4972744" cy="4124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2FCC448-7C1F-DBE3-5695-5B68BF327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22700"/>
            <a:ext cx="9144000" cy="384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3ECA0DE9-F232-D6A5-57FF-0F83C7D95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385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F8CB522-C463-AED3-9A30-E9B8E2C99A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385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C83AD27-F72E-5435-21DD-0F366CC17A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113" y="521758"/>
            <a:ext cx="7868748" cy="4305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6EF7AD8-DC16-3E77-1CA3-00135DFD7F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7539"/>
            <a:ext cx="9144000" cy="3951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2F72DA8-40D4-4DAE-37C3-9534D2C83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1162368"/>
            <a:ext cx="9144000" cy="2961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74EE023-EF9D-57AA-4F84-E2D0E8D1B2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82977"/>
            <a:ext cx="9144000" cy="4320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1959E18-E124-11EF-419B-87C06A332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725" y="1093745"/>
            <a:ext cx="9144000" cy="3098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7877CF1-820F-5D54-5863-C9190864E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1547"/>
            <a:ext cx="9144000" cy="4383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A7C59986-F48B-C2F8-8717-714125E0D234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B71AB38-F620-46FD-7ADA-1924918FD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901651"/>
            <a:ext cx="9144000" cy="3483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8208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4159</TotalTime>
  <Words>75</Words>
  <Application>Microsoft Office PowerPoint</Application>
  <PresentationFormat>Presentación en pantalla (16:9)</PresentationFormat>
  <Paragraphs>19</Paragraphs>
  <Slides>16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Montserrat Black</vt:lpstr>
      <vt:lpstr>Montserrat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406</cp:revision>
  <dcterms:modified xsi:type="dcterms:W3CDTF">2026-06-23T15:18:27Z</dcterms:modified>
</cp:coreProperties>
</file>