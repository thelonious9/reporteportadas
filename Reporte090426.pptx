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65" r:id="rId3"/>
    <p:sldId id="352" r:id="rId4"/>
    <p:sldId id="378" r:id="rId5"/>
    <p:sldId id="381" r:id="rId6"/>
    <p:sldId id="383" r:id="rId7"/>
    <p:sldId id="382" r:id="rId8"/>
    <p:sldId id="281" r:id="rId9"/>
    <p:sldId id="351" r:id="rId10"/>
    <p:sldId id="369" r:id="rId11"/>
    <p:sldId id="361" r:id="rId12"/>
    <p:sldId id="371" r:id="rId13"/>
    <p:sldId id="370" r:id="rId14"/>
    <p:sldId id="380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  <p:embeddedFont>
      <p:font typeface="Segoe UI" panose="020B0502040204020203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691B31"/>
    <a:srgbClr val="3A3A3A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117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09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DAF7E0-9FCF-3A58-1C7D-25BAA2033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0460"/>
            <a:ext cx="9144000" cy="426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265CF1-F923-77D4-75B1-9B1A8BDBD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2786"/>
            <a:ext cx="9144000" cy="305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7A376C-AD92-6067-02EA-FE402961E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15" y="676010"/>
            <a:ext cx="7840169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CCBCC4-19C2-AAFA-6F67-DA35DAA16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3916"/>
            <a:ext cx="9144000" cy="425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3E90D07-3C7A-2759-F2C8-F2BA3705CB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8760A3A-32DD-444E-B6A9-038349EED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979178"/>
            <a:ext cx="4572001" cy="3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2B41D384-8792-6551-8520-E54CEC01C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88" y="836303"/>
            <a:ext cx="4608512" cy="338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16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0DDD7D1-6134-6DD8-BA7B-8FA9C54732C2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2B32CE-CCDD-654F-D144-FF808EF94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42" y="1814407"/>
            <a:ext cx="7821116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0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519184-483E-6E47-29BB-5E4B5D560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4235"/>
            <a:ext cx="9144000" cy="445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3C9A31-D66D-0587-E967-3D4615CEF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9115"/>
            <a:ext cx="9144000" cy="328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47020F-AC25-DC46-523B-E42775EC0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033"/>
            <a:ext cx="9144000" cy="416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DFE778-6058-F329-3429-F5BC10914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5993"/>
            <a:ext cx="9144000" cy="263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74ADE9-112E-3027-EBA8-15C432FD1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9951"/>
            <a:ext cx="9144000" cy="266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3D68E7-1CEF-0BA4-119D-D7DE6F6C8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4307"/>
            <a:ext cx="9144000" cy="229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AA9414-AB5D-6703-04CA-60C85B46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94" y="400444"/>
            <a:ext cx="7806388" cy="448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3522</TotalTime>
  <Words>80</Words>
  <Application>Microsoft Office PowerPoint</Application>
  <PresentationFormat>Presentación en pantalla (16:9)</PresentationFormat>
  <Paragraphs>18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Montserrat</vt:lpstr>
      <vt:lpstr>Montserrat Black</vt:lpstr>
      <vt:lpstr>Segoe UI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334</cp:revision>
  <dcterms:modified xsi:type="dcterms:W3CDTF">2026-04-09T20:43:36Z</dcterms:modified>
</cp:coreProperties>
</file>