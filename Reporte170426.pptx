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350" r:id="rId2"/>
    <p:sldId id="365" r:id="rId3"/>
    <p:sldId id="352" r:id="rId4"/>
    <p:sldId id="378" r:id="rId5"/>
    <p:sldId id="281" r:id="rId6"/>
    <p:sldId id="351" r:id="rId7"/>
    <p:sldId id="369" r:id="rId8"/>
    <p:sldId id="361" r:id="rId9"/>
    <p:sldId id="371" r:id="rId10"/>
    <p:sldId id="370" r:id="rId11"/>
    <p:sldId id="384" r:id="rId12"/>
    <p:sldId id="380" r:id="rId13"/>
    <p:sldId id="280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Black" panose="00000A00000000000000" pitchFamily="2" charset="0"/>
      <p:bold r:id="rId20"/>
      <p:italic r:id="rId21"/>
      <p:bold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17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DBEEC8-8A4A-7BD7-20B5-D26687A70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4353"/>
            <a:ext cx="9144000" cy="37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CF3F58-2ED1-7C77-1D38-DCF44511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0056"/>
            <a:ext cx="9144000" cy="27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AE516A-88C1-D786-276B-878F4C395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0" y="1071353"/>
            <a:ext cx="7916380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C27E4B-D78F-4A5A-0FDA-E5BC85E03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2147"/>
            <a:ext cx="9144000" cy="395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EC2AA7-129C-54E0-7384-B7AC65471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5206"/>
            <a:ext cx="9144000" cy="291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9C03E5-D597-3E88-D214-3781D8482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404"/>
            <a:ext cx="9144000" cy="38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AADC6D-B558-5F14-F769-CFF97F520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9941"/>
            <a:ext cx="9144000" cy="318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4D9D40-C5E0-3A99-F1AF-D9F43E152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9547"/>
            <a:ext cx="9144000" cy="208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7408E7-70B8-89D3-291C-D128DC293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981"/>
            <a:ext cx="9144000" cy="21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1244-19EC-0EAD-B6B6-7DE5F3AE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63A989B-13BA-D6AB-C954-BA6B16ED666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D8D3A9-2BAF-7ACC-C390-C284690FD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43" y="514063"/>
            <a:ext cx="5830114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9CF05C-5F2D-BAFD-0824-788EBD97A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7978"/>
            <a:ext cx="9144000" cy="41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3622</TotalTime>
  <Words>74</Words>
  <Application>Microsoft Office PowerPoint</Application>
  <PresentationFormat>Presentación en pantalla (16:9)</PresentationFormat>
  <Paragraphs>16</Paragraphs>
  <Slides>13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Montserrat</vt:lpstr>
      <vt:lpstr>Montserrat Black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342</cp:revision>
  <dcterms:modified xsi:type="dcterms:W3CDTF">2026-04-17T23:55:29Z</dcterms:modified>
</cp:coreProperties>
</file>