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5"/>
  </p:notesMasterIdLst>
  <p:sldIdLst>
    <p:sldId id="350" r:id="rId2"/>
    <p:sldId id="365" r:id="rId3"/>
    <p:sldId id="352" r:id="rId4"/>
    <p:sldId id="378" r:id="rId5"/>
    <p:sldId id="281" r:id="rId6"/>
    <p:sldId id="351" r:id="rId7"/>
    <p:sldId id="369" r:id="rId8"/>
    <p:sldId id="361" r:id="rId9"/>
    <p:sldId id="371" r:id="rId10"/>
    <p:sldId id="370" r:id="rId11"/>
    <p:sldId id="384" r:id="rId12"/>
    <p:sldId id="380" r:id="rId13"/>
    <p:sldId id="280" r:id="rId14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6"/>
      <p:bold r:id="rId17"/>
      <p:italic r:id="rId18"/>
      <p:boldItalic r:id="rId19"/>
    </p:embeddedFont>
    <p:embeddedFont>
      <p:font typeface="Montserrat Black" panose="00000A00000000000000" pitchFamily="2" charset="0"/>
      <p:bold r:id="rId20"/>
      <p:italic r:id="rId21"/>
      <p:boldItalic r:id="rId22"/>
    </p:embeddedFont>
    <p:embeddedFont>
      <p:font typeface="Segoe UI" panose="020B0502040204020203" pitchFamily="34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3" d="100"/>
          <a:sy n="123" d="100"/>
        </p:scale>
        <p:origin x="1176" y="33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4481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582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17</a:t>
            </a:r>
            <a:r>
              <a:rPr lang="es-MX" sz="1600" dirty="0">
                <a:solidFill>
                  <a:srgbClr val="D8AB72"/>
                </a:solidFill>
              </a:rPr>
              <a:t> de abril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14:00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78379D8F-E8C5-7EA8-DBB0-B6484BBC9B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7DBEEC8-8A4A-7BD7-20B5-D26687A703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4353"/>
            <a:ext cx="9144000" cy="3797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51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0CF3F58-2ED1-7C77-1D38-DCF4451171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80056"/>
            <a:ext cx="9144000" cy="2783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negativas y positivas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7AE516A-88C1-D786-276B-878F4C395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810" y="1071353"/>
            <a:ext cx="7916380" cy="3000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3A896FC-8168-8E2C-E4F7-11A96AAB671C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47F61FB-B39B-226F-86DD-9BC6272612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79086"/>
            <a:ext cx="9144000" cy="3985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50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1FA8BA6-EBBF-5C6A-44E4-2C9107E95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06170"/>
            <a:ext cx="9144000" cy="2931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1B48FDA-C9AA-202D-5A40-D7575053E6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0049"/>
            <a:ext cx="9144000" cy="3343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C70362-0B6F-2145-1D05-587F11CB7C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43533"/>
            <a:ext cx="9144000" cy="3056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6B58781-F076-DD72-98F0-4B5A37F1B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01492"/>
            <a:ext cx="9144000" cy="2140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6903D2B-B628-46FF-5530-8427CCDFD7AB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89E7A24-E739-F38D-D435-29810DCCB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68164"/>
            <a:ext cx="9144000" cy="2207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894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F1244-19EC-0EAD-B6B6-7DE5F3AE9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663A989B-13BA-D6AB-C954-BA6B16ED666A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941367D-5C2A-65F8-B582-D1711C3426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343"/>
            <a:ext cx="9144000" cy="3238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5934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3CD2619-00B8-8B02-6415-81CE05D5337A}"/>
              </a:ext>
            </a:extLst>
          </p:cNvPr>
          <p:cNvSpPr txBox="1"/>
          <p:nvPr/>
        </p:nvSpPr>
        <p:spPr>
          <a:xfrm>
            <a:off x="2249488" y="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600" b="1" i="0" dirty="0">
                <a:solidFill>
                  <a:srgbClr val="611232"/>
                </a:solidFill>
                <a:effectLst/>
                <a:latin typeface="Segoe UI" panose="020B0502040204020203" pitchFamily="34" charset="0"/>
              </a:rPr>
              <a:t>Información Emitida por Radioescucha</a:t>
            </a:r>
            <a:endParaRPr lang="es-MX" sz="16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7460611-BE8C-FB39-B48E-0046F82443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41963"/>
            <a:ext cx="9144000" cy="2459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9322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3631</TotalTime>
  <Words>74</Words>
  <Application>Microsoft Office PowerPoint</Application>
  <PresentationFormat>Presentación en pantalla (16:9)</PresentationFormat>
  <Paragraphs>16</Paragraphs>
  <Slides>13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8" baseType="lpstr">
      <vt:lpstr>Arial</vt:lpstr>
      <vt:lpstr>Montserrat</vt:lpstr>
      <vt:lpstr>Montserrat Black</vt:lpstr>
      <vt:lpstr>Segoe UI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343</cp:revision>
  <dcterms:modified xsi:type="dcterms:W3CDTF">2026-04-18T00:04:42Z</dcterms:modified>
</cp:coreProperties>
</file>