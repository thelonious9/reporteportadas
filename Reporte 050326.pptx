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7"/>
  </p:notesMasterIdLst>
  <p:sldIdLst>
    <p:sldId id="350" r:id="rId2"/>
    <p:sldId id="352" r:id="rId3"/>
    <p:sldId id="365" r:id="rId4"/>
    <p:sldId id="378" r:id="rId5"/>
    <p:sldId id="374" r:id="rId6"/>
    <p:sldId id="376" r:id="rId7"/>
    <p:sldId id="377" r:id="rId8"/>
    <p:sldId id="281" r:id="rId9"/>
    <p:sldId id="351" r:id="rId10"/>
    <p:sldId id="369" r:id="rId11"/>
    <p:sldId id="361" r:id="rId12"/>
    <p:sldId id="371" r:id="rId13"/>
    <p:sldId id="370" r:id="rId14"/>
    <p:sldId id="379" r:id="rId15"/>
    <p:sldId id="280" r:id="rId1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8"/>
      <p:bold r:id="rId19"/>
      <p:italic r:id="rId20"/>
      <p:boldItalic r:id="rId21"/>
    </p:embeddedFont>
    <p:embeddedFont>
      <p:font typeface="Montserrat Black" panose="00000A00000000000000" pitchFamily="2" charset="0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1272" y="288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5</a:t>
            </a:r>
            <a:r>
              <a:rPr lang="es-MX" sz="1600" dirty="0">
                <a:solidFill>
                  <a:srgbClr val="D8AB72"/>
                </a:solidFill>
              </a:rPr>
              <a:t>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2896AFB-F6C5-6868-2CF5-06CB4526F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1620"/>
            <a:ext cx="9144000" cy="89377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28D4D6D-F037-A67F-B8F7-58C559D21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775" y="1256425"/>
            <a:ext cx="3919065" cy="26012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4B00EAA1-2073-BFC3-2C0D-3C6A4E15E4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4934" y="3857625"/>
            <a:ext cx="3919065" cy="12858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3A510C80-AF98-C585-CECC-28C376CF8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5" y="1156710"/>
            <a:ext cx="3808370" cy="3986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6EBD4B2-0433-3585-3364-226525901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5732"/>
            <a:ext cx="9144000" cy="3752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275BFF09-E8A7-77A6-CAF9-C7700FF96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75" y="542813"/>
            <a:ext cx="8235825" cy="4477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6320337-4E2A-2744-749B-4B3F1F6E0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0500"/>
            <a:ext cx="9144000" cy="951546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A06A6D8-7CC5-CEFC-FAF7-CFE4A8663FD8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FF8CFC4-4B30-3A4E-B7D3-FF05FC4A5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053" y="1191261"/>
            <a:ext cx="3616042" cy="265019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AF5BF42-C7D3-BD63-89D7-39D192F6D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705" y="3841455"/>
            <a:ext cx="4152390" cy="1240325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8B7E950-D972-81CB-6F5D-991A70BEFD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34" y="451782"/>
            <a:ext cx="3013415" cy="4691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106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BD4BE96-F2E3-E812-50CF-66AB2076BC5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>
                <a:latin typeface="Montserrat" pitchFamily="2" charset="0"/>
              </a:rPr>
              <a:t>Gobernador</a:t>
            </a:r>
            <a:endParaRPr lang="es-MX" sz="2800" b="1" dirty="0">
              <a:latin typeface="Montserrat" pitchFamily="2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871589A-0E46-5C0B-3711-F4CD88C4D1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067" y="534131"/>
            <a:ext cx="4130886" cy="4218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D5F59131-39A4-AEFF-5C4B-BB2BEF88B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53987"/>
            <a:ext cx="4503169" cy="459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7294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610BFFFA-A68D-A4C5-3185-D4186E302C8C}"/>
              </a:ext>
            </a:extLst>
          </p:cNvPr>
          <p:cNvSpPr txBox="1"/>
          <p:nvPr/>
        </p:nvSpPr>
        <p:spPr>
          <a:xfrm>
            <a:off x="1225126" y="144380"/>
            <a:ext cx="6620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b="1" dirty="0">
                <a:latin typeface="Montserrat" pitchFamily="2" charset="0"/>
              </a:rPr>
              <a:t>Información del gobernador en primeras planas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DEFED66-CB6C-3D91-B095-E8487CE9B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472" y="544490"/>
            <a:ext cx="2954032" cy="4538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380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3241F5A-B42C-9519-80C6-9F6816F2C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942" y="369332"/>
            <a:ext cx="8805091" cy="477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B878565-BE85-9199-6DC7-3FEAD5519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2933"/>
            <a:ext cx="9144000" cy="361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C440B4F-DDA8-55DF-1699-B4C0954EE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35" y="369332"/>
            <a:ext cx="8659906" cy="468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A17533-43E5-DD2D-91E3-6638555D8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111"/>
            <a:ext cx="9144000" cy="383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F72199A-99CA-B527-072B-FD887DA6B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0812"/>
            <a:ext cx="9144000" cy="292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E9F976D-88B8-AEEB-C887-FF67555AA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0957"/>
            <a:ext cx="9144000" cy="26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6CBF3F2-2D38-D8FB-1992-BFF281610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62" y="704589"/>
            <a:ext cx="8421275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2983</TotalTime>
  <Words>78</Words>
  <Application>Microsoft Office PowerPoint</Application>
  <PresentationFormat>Presentación en pantalla (16:9)</PresentationFormat>
  <Paragraphs>18</Paragraphs>
  <Slides>15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292</cp:revision>
  <dcterms:modified xsi:type="dcterms:W3CDTF">2026-03-05T22:59:14Z</dcterms:modified>
</cp:coreProperties>
</file>