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0" r:id="rId13"/>
    <p:sldId id="371" r:id="rId14"/>
    <p:sldId id="280" r:id="rId15"/>
  </p:sldIdLst>
  <p:sldSz cx="9144000" cy="5143500" type="screen16x9"/>
  <p:notesSz cx="6858000" cy="9144000"/>
  <p:embeddedFontLst>
    <p:embeddedFont>
      <p:font typeface="Montserrat" pitchFamily="2" charset="0"/>
      <p:regular r:id="rId17"/>
      <p:bold r:id="rId18"/>
      <p:italic r:id="rId19"/>
      <p:boldItalic r:id="rId20"/>
    </p:embeddedFont>
    <p:embeddedFont>
      <p:font typeface="Montserrat Black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5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2896AFB-F6C5-6868-2CF5-06CB4526F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"/>
            <a:ext cx="9144000" cy="89377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8D4D6D-F037-A67F-B8F7-58C559D21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775" y="1256425"/>
            <a:ext cx="3919065" cy="26012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B00EAA1-2073-BFC3-2C0D-3C6A4E15E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934" y="3857625"/>
            <a:ext cx="3919065" cy="12858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A510C80-AF98-C585-CECC-28C376CF8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5" y="1156710"/>
            <a:ext cx="3808370" cy="398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EBD4B2-0433-3585-3364-22652590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732"/>
            <a:ext cx="9144000" cy="375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75BFF09-E8A7-77A6-CAF9-C7700FF9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5" y="542813"/>
            <a:ext cx="8235825" cy="44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320337-4E2A-2744-749B-4B3F1F6E0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500"/>
            <a:ext cx="9144000" cy="9515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FF8CFC4-4B30-3A4E-B7D3-FF05FC4A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053" y="1191261"/>
            <a:ext cx="3616042" cy="26501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AF5BF42-C7D3-BD63-89D7-39D192F6D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05" y="3841455"/>
            <a:ext cx="4152390" cy="124032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8B7E950-D972-81CB-6F5D-991A70BEF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34" y="451782"/>
            <a:ext cx="3013415" cy="469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71589A-0E46-5C0B-3711-F4CD88C4D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7" y="534131"/>
            <a:ext cx="4130886" cy="421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5F59131-39A4-AEFF-5C4B-BB2BEF88B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3987"/>
            <a:ext cx="4503169" cy="459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EFED66-CB6C-3D91-B095-E8487CE9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472" y="544490"/>
            <a:ext cx="2954032" cy="45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45CC2A-F77E-F97E-C0DE-08F037B1E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81"/>
            <a:ext cx="9144000" cy="425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8ECD6F-A562-B2E6-7831-A50428DD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857"/>
            <a:ext cx="9144000" cy="38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43A751-D518-59A9-BD16-267EC0F5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55" y="153663"/>
            <a:ext cx="8517290" cy="49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1CD1A5-CE84-0D61-4BBF-A40587193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150"/>
            <a:ext cx="9144000" cy="40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BC2A94-1AE7-1CBE-4E59-8B71249E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056"/>
            <a:ext cx="9144000" cy="31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490356-DB2A-07B7-A1E3-B36F337C9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378"/>
            <a:ext cx="9144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2976</TotalTime>
  <Words>53</Words>
  <Application>Microsoft Office PowerPoint</Application>
  <PresentationFormat>Presentación en pantalla (16:9)</PresentationFormat>
  <Paragraphs>13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291</cp:revision>
  <dcterms:modified xsi:type="dcterms:W3CDTF">2026-03-05T18:24:36Z</dcterms:modified>
</cp:coreProperties>
</file>