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78" r:id="rId5"/>
    <p:sldId id="381" r:id="rId6"/>
    <p:sldId id="382" r:id="rId7"/>
    <p:sldId id="383" r:id="rId8"/>
    <p:sldId id="281" r:id="rId9"/>
    <p:sldId id="351" r:id="rId10"/>
    <p:sldId id="369" r:id="rId11"/>
    <p:sldId id="361" r:id="rId12"/>
    <p:sldId id="371" r:id="rId13"/>
    <p:sldId id="370" r:id="rId14"/>
    <p:sldId id="379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1B31"/>
    <a:srgbClr val="F4F6F8"/>
    <a:srgbClr val="3A3A3A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114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30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7C3B35C-2862-F4DC-E88F-DCE13EE1C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5648"/>
            <a:ext cx="9144000" cy="425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1E4DFF2-A383-3C74-177D-0E19E5AB0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4547"/>
            <a:ext cx="4572000" cy="302140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F10D3E7-0225-D4D5-21A7-324711042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202" y="1144547"/>
            <a:ext cx="4596602" cy="310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81E53B9-868C-BCAA-54B8-8A9EA8E29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60" y="521758"/>
            <a:ext cx="7363853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C627D54-6F0E-57CD-C8CB-BAC91AE45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7986"/>
            <a:ext cx="9144000" cy="426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F44EDBF-F722-BA58-0032-A9569851BA1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2AD0537-CE18-2CF8-EAB4-CDE1F3D38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963" y="493401"/>
            <a:ext cx="1952898" cy="2857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F52DA84-3DC6-D672-93E3-9A9CA11FA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9047"/>
            <a:ext cx="4535488" cy="304828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864BB6B-2421-2D5F-A444-D3C53002D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488" y="1174096"/>
            <a:ext cx="4588642" cy="293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08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29C81F3-7718-5A18-6786-2D5DD51ED25E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556DD66-13D9-4519-4C42-452769D9B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548" y="1742959"/>
            <a:ext cx="6296904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1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60151C-C063-2525-50D2-C466A04AF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5673"/>
            <a:ext cx="9144000" cy="445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F4ACEE6-3995-0F17-38B7-37E5F9893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1172"/>
            <a:ext cx="9144000" cy="330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E7BDE20-E6EC-4D42-171E-86C4AC819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9178"/>
            <a:ext cx="9144000" cy="372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1AFB52-C97B-C717-D1B9-3225BE992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815"/>
            <a:ext cx="9144000" cy="350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D045332-E273-D841-CDB3-FE2DDA655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43"/>
            <a:ext cx="9144000" cy="260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19EB998-DDDB-A47F-8C29-EB5FDB884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0479"/>
            <a:ext cx="9144000" cy="240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1B03E7-7470-3936-2EE9-306F04FE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666750"/>
            <a:ext cx="50673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C817B70-9C92-9F9F-A5C0-FBB60AD6A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87" y="314000"/>
            <a:ext cx="7887801" cy="465837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3426</TotalTime>
  <Words>79</Words>
  <Application>Microsoft Office PowerPoint</Application>
  <PresentationFormat>Presentación en pantalla (16:9)</PresentationFormat>
  <Paragraphs>19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Segoe UI</vt:lpstr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322</cp:revision>
  <dcterms:modified xsi:type="dcterms:W3CDTF">2026-03-30T18:26:06Z</dcterms:modified>
</cp:coreProperties>
</file>