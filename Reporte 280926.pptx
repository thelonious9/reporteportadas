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0"/>
  </p:notesMasterIdLst>
  <p:sldIdLst>
    <p:sldId id="350" r:id="rId2"/>
    <p:sldId id="404" r:id="rId3"/>
    <p:sldId id="408" r:id="rId4"/>
    <p:sldId id="405" r:id="rId5"/>
    <p:sldId id="406" r:id="rId6"/>
    <p:sldId id="416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3" r:id="rId17"/>
    <p:sldId id="415" r:id="rId18"/>
    <p:sldId id="280" r:id="rId19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1"/>
      <p:bold r:id="rId22"/>
      <p:italic r:id="rId23"/>
      <p:boldItalic r:id="rId24"/>
    </p:embeddedFont>
    <p:embeddedFont>
      <p:font typeface="Montserrat Black" panose="00000A00000000000000" pitchFamily="2" charset="0"/>
      <p:bold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F6F8-041D-D21F-96E5-366F8C822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51FE85A-7BB5-03F2-1F71-C83DC3091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288C065-150F-06BE-D739-AD66C35A2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947100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28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0FAE865-6962-DC24-9F27-28B874E36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7301"/>
            <a:ext cx="9144000" cy="37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14DE3BF-74C8-3A21-ECAA-9CA1A5056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6373"/>
            <a:ext cx="9144000" cy="277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29A26FF-A04F-7AF9-4424-70E87D7E9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BBF0DF3-417C-F386-0585-1F2588802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62" y="561949"/>
            <a:ext cx="7867650" cy="44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EDCA1-3EA0-3A6B-C3BC-C9E11F01B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6769E573-D7AF-BD00-EB71-A5CE9EB85ABE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AF45888-82B1-B97E-41DE-583574EA1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87" y="1047750"/>
            <a:ext cx="792480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060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2FC4151-3C23-B4B1-EC1C-E622877B4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5855"/>
            <a:ext cx="9144000" cy="3734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4055688-015A-39E6-1DF5-346EB1594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837900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41D7427-4B18-E157-6C68-4FE93E578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DD7B9B0-90E6-0C5F-5953-0A2D3B419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495425"/>
            <a:ext cx="594360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091EC6E-315B-B95F-E2AE-37075A65B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739036"/>
            <a:ext cx="9144000" cy="380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33F7A71-8E00-2197-C724-AB547A85D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3897"/>
            <a:ext cx="9144000" cy="307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127A404-7CB1-C3A9-F35D-7DE66BB30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1039"/>
            <a:ext cx="9144000" cy="4124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B702B5-7F94-0583-6EE4-BB42B189F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0732"/>
            <a:ext cx="9144000" cy="298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6DCE994-E020-A181-FD22-3CCDB7A2C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3468"/>
            <a:ext cx="9144000" cy="433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D104F9A-D558-8AA2-F3EE-BF61BFEDE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12" y="690669"/>
            <a:ext cx="9144000" cy="3905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EF019-10BB-36A5-29AB-AF890C99C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ED7BEEB-1D81-4758-2881-53D2F1769A40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6740A1D-6AF0-82B0-F6DB-19304958D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261" y="685800"/>
            <a:ext cx="5705475" cy="391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345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4868</TotalTime>
  <Words>87</Words>
  <Application>Microsoft Office PowerPoint</Application>
  <PresentationFormat>Presentación en pantalla (16:9)</PresentationFormat>
  <Paragraphs>21</Paragraphs>
  <Slides>18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512</cp:revision>
  <dcterms:modified xsi:type="dcterms:W3CDTF">2026-09-28T15:30:36Z</dcterms:modified>
</cp:coreProperties>
</file>