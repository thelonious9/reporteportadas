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416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7" r:id="rId17"/>
    <p:sldId id="413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BF6F8-041D-D21F-96E5-366F8C8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1FE85A-7BB5-03F2-1F71-C83DC3091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88C065-150F-06BE-D739-AD66C35A2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94710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28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FAE865-6962-DC24-9F27-28B874E36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7301"/>
            <a:ext cx="9144000" cy="370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4DE3BF-74C8-3A21-ECAA-9CA1A5056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373"/>
            <a:ext cx="9144000" cy="27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9A26FF-A04F-7AF9-4424-70E87D7E9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BF0DF3-417C-F386-0585-1F2588802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62" y="561949"/>
            <a:ext cx="78676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DCA1-3EA0-3A6B-C3BC-C9E11F01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769E573-D7AF-BD00-EB71-A5CE9EB85AB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F45888-82B1-B97E-41DE-583574EA1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7" y="1047750"/>
            <a:ext cx="79248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60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FC4151-3C23-B4B1-EC1C-E622877B4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855"/>
            <a:ext cx="9144000" cy="373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4055688-015A-39E6-1DF5-346EB1594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837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41D7427-4B18-E157-6C68-4FE93E578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D7B9B0-90E6-0C5F-5953-0A2D3B419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95425"/>
            <a:ext cx="59436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5CA728-7EEF-EFE3-F188-1B54C4122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86"/>
            <a:ext cx="9144000" cy="38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6DBE27-9E25-68FB-7CAD-0CBC6617B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715"/>
            <a:ext cx="9144000" cy="29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B3C36F-4FA9-0BFC-A742-8F580D046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09"/>
            <a:ext cx="9144000" cy="356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473597-7677-780A-8B9F-0E74A2A18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162440"/>
            <a:ext cx="9144000" cy="296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96FBCC-FB0C-5BCE-9E71-E6F405B6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022"/>
            <a:ext cx="9144000" cy="43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C40E7-80C0-6C16-184F-47AF493F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AFF4944-4FE3-CFE7-8E7A-E3A40F327A2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AFEB91A-398A-6097-5502-0BE4FD44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860662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8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EBD4EC-93EF-4119-710B-3458C07E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750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4870</TotalTime>
  <Words>88</Words>
  <Application>Microsoft Office PowerPoint</Application>
  <PresentationFormat>Presentación en pantalla (16:9)</PresentationFormat>
  <Paragraphs>21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513</cp:revision>
  <dcterms:modified xsi:type="dcterms:W3CDTF">2026-09-28T22:52:07Z</dcterms:modified>
</cp:coreProperties>
</file>