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9"/>
  </p:notesMasterIdLst>
  <p:sldIdLst>
    <p:sldId id="350" r:id="rId2"/>
    <p:sldId id="404" r:id="rId3"/>
    <p:sldId id="408" r:id="rId4"/>
    <p:sldId id="405" r:id="rId5"/>
    <p:sldId id="406" r:id="rId6"/>
    <p:sldId id="415" r:id="rId7"/>
    <p:sldId id="394" r:id="rId8"/>
    <p:sldId id="395" r:id="rId9"/>
    <p:sldId id="396" r:id="rId10"/>
    <p:sldId id="403" r:id="rId11"/>
    <p:sldId id="388" r:id="rId12"/>
    <p:sldId id="351" r:id="rId13"/>
    <p:sldId id="361" r:id="rId14"/>
    <p:sldId id="412" r:id="rId15"/>
    <p:sldId id="414" r:id="rId16"/>
    <p:sldId id="413" r:id="rId17"/>
    <p:sldId id="280" r:id="rId1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Black" panose="00000A00000000000000" pitchFamily="2" charset="0"/>
      <p:bold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03" autoAdjust="0"/>
  </p:normalViewPr>
  <p:slideViewPr>
    <p:cSldViewPr snapToGrid="0">
      <p:cViewPr>
        <p:scale>
          <a:sx n="125" d="100"/>
          <a:sy n="125" d="100"/>
        </p:scale>
        <p:origin x="1116" y="228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43019-2625-40EE-6634-6B5FB7DE1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25FED04-BFB7-8FB2-3058-29A57D19E6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99AA7E0-B017-28AF-396B-DD9514FF0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55374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26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de octubre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17:00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ADDCB66-FE66-77F1-311B-D660E6527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66811"/>
            <a:ext cx="9144000" cy="246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Temas 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DC3FA3E-7856-74E4-5537-0BD144958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F104464-ACE9-B787-39B6-7B19B3F3D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62" y="1247775"/>
            <a:ext cx="7991475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748F2-AC91-4618-4B1E-EDEA48E5B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6AF79308-FA69-6F6E-6CD1-F44045374C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248C87D-F5C5-900A-ADC8-F1D5CE7A2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49" y="933450"/>
            <a:ext cx="7991475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189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688F907-AA69-8D62-09B0-7B145F3E1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4372"/>
            <a:ext cx="9144000" cy="343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562395B-2034-66C5-2B05-D715ECFF1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4107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230EB3F-21DF-6F00-439A-36AB1C0CA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7B0FB47-D40E-F0C7-058D-24DB4FE61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12" y="1309688"/>
            <a:ext cx="798195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7EBF48-DC66-73F1-4E90-E3963F6AD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25" y="869654"/>
            <a:ext cx="9144000" cy="354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16517F0-BE9A-3088-7796-154742F32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1334400"/>
            <a:ext cx="9144000" cy="261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E339A95-DDEE-0304-AADF-ED3E3CC06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5103"/>
            <a:ext cx="9144000" cy="3776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BBACC4A-46CE-D641-187D-D71DE378F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1796"/>
            <a:ext cx="9144000" cy="279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ECE25-AC21-A7D3-5461-977DF578F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E866DD6-383B-7387-A9D4-E1185B62D9D3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Impactos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ED74E42-F6DC-EE30-72DD-2FC160C05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4518"/>
            <a:ext cx="9144000" cy="237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355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Comentarios emitidos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D5BE092-A531-9B88-0846-60AB9F1CE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001" y="395912"/>
            <a:ext cx="3194974" cy="4747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5042</TotalTime>
  <Words>82</Words>
  <Application>Microsoft Office PowerPoint</Application>
  <PresentationFormat>Presentación en pantalla (16:9)</PresentationFormat>
  <Paragraphs>20</Paragraphs>
  <Slides>17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550</cp:revision>
  <dcterms:modified xsi:type="dcterms:W3CDTF">2026-10-26T22:31:26Z</dcterms:modified>
</cp:coreProperties>
</file>