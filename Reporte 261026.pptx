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414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>
        <p:scale>
          <a:sx n="100" d="100"/>
          <a:sy n="100" d="100"/>
        </p:scale>
        <p:origin x="1836" y="636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26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443BCB1-AC7F-BE06-72EE-86F9ECE2F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9476"/>
            <a:ext cx="9144000" cy="3507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F1780D-D922-2306-622C-21AAFAD4C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8753"/>
            <a:ext cx="9144000" cy="248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9CFA904-D3C3-DF0B-CA85-1748F5D92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105F707-48F9-7335-5D1A-5EBE80D77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62" y="636712"/>
            <a:ext cx="8324850" cy="166687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F983E67-19C9-9B1D-1663-21961A2FAB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99297"/>
            <a:ext cx="9144000" cy="1936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2B896BA-3FFA-CC2F-678A-2739DE586375}"/>
              </a:ext>
            </a:extLst>
          </p:cNvPr>
          <p:cNvSpPr txBox="1"/>
          <p:nvPr/>
        </p:nvSpPr>
        <p:spPr>
          <a:xfrm>
            <a:off x="291820" y="2310140"/>
            <a:ext cx="8560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59C9859-EFF0-9479-71AF-50F814CCD283}"/>
              </a:ext>
            </a:extLst>
          </p:cNvPr>
          <p:cNvSpPr txBox="1"/>
          <p:nvPr/>
        </p:nvSpPr>
        <p:spPr>
          <a:xfrm>
            <a:off x="291820" y="2310140"/>
            <a:ext cx="8560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F403917-C4DD-B996-76B2-7FF2980DC0B9}"/>
              </a:ext>
            </a:extLst>
          </p:cNvPr>
          <p:cNvSpPr txBox="1"/>
          <p:nvPr/>
        </p:nvSpPr>
        <p:spPr>
          <a:xfrm>
            <a:off x="291820" y="2310140"/>
            <a:ext cx="8560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8D683E5-2D0E-3757-729C-73AB8C8AB536}"/>
              </a:ext>
            </a:extLst>
          </p:cNvPr>
          <p:cNvSpPr txBox="1"/>
          <p:nvPr/>
        </p:nvSpPr>
        <p:spPr>
          <a:xfrm>
            <a:off x="291820" y="2310140"/>
            <a:ext cx="8560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47EBF48-DC66-73F1-4E90-E3963F6AD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869654"/>
            <a:ext cx="9144000" cy="354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6517F0-BE9A-3088-7796-154742F32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34400"/>
            <a:ext cx="9144000" cy="26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E339A95-DDEE-0304-AADF-ED3E3CC06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5103"/>
            <a:ext cx="9144000" cy="377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BBACC4A-46CE-D641-187D-D71DE378F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1796"/>
            <a:ext cx="9144000" cy="279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ECE25-AC21-A7D3-5461-977DF578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E866DD6-383B-7387-A9D4-E1185B62D9D3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Impactos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ED74E42-F6DC-EE30-72DD-2FC160C05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4518"/>
            <a:ext cx="9144000" cy="237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55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D5BE092-A531-9B88-0846-60AB9F1CE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001" y="395912"/>
            <a:ext cx="3194974" cy="474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5045</TotalTime>
  <Words>112</Words>
  <Application>Microsoft Office PowerPoint</Application>
  <PresentationFormat>Presentación en pantalla (16:9)</PresentationFormat>
  <Paragraphs>23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551</cp:revision>
  <dcterms:modified xsi:type="dcterms:W3CDTF">2026-10-26T22:47:14Z</dcterms:modified>
</cp:coreProperties>
</file>