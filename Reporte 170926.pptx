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17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1E5218-4C88-5166-A6DA-1F7DB55B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074"/>
            <a:ext cx="9144000" cy="368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686BAF-D854-12F5-3423-F91BED99E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916"/>
            <a:ext cx="9144000" cy="27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0A24F4-8319-31C1-9E42-85A349DFC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81314A-922B-0F02-F307-97CB60244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73" y="809369"/>
            <a:ext cx="7906853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05E68A-0792-9BE9-FEC7-2BA510264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449"/>
            <a:ext cx="9144000" cy="367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F664CD-04C9-3B74-FEC6-18A0031AF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954107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386666-660F-D4AA-A4ED-21B12ADAD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70DBEE-2E88-528C-5443-A431F94F3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84" y="1071343"/>
            <a:ext cx="7935432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45D2FB-A92F-44FD-FD46-1F884083D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9446"/>
            <a:ext cx="9144000" cy="382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E3E578-8F20-1B9E-0BDC-9482FC4EE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1974"/>
            <a:ext cx="9144000" cy="294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68AD2C-2DEB-9BC3-0A20-8CE13E29F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429"/>
            <a:ext cx="9144000" cy="441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D6DEE1-6CF0-6F14-FF14-F07E9FF0A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9703"/>
            <a:ext cx="9144000" cy="298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271363-B6A6-BF90-9359-E9F4A1C6E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971"/>
            <a:ext cx="9144000" cy="436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566944-67F3-B2A9-13BA-A9D527E8CD3A}"/>
              </a:ext>
            </a:extLst>
          </p:cNvPr>
          <p:cNvSpPr txBox="1"/>
          <p:nvPr/>
        </p:nvSpPr>
        <p:spPr>
          <a:xfrm>
            <a:off x="316800" y="2166134"/>
            <a:ext cx="823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anose="00000500000000000000" pitchFamily="2" charset="0"/>
              </a:rPr>
              <a:t>Hoy no se registraron llamadas de radioescuchas</a:t>
            </a:r>
          </a:p>
        </p:txBody>
      </p:sp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4816</TotalTime>
  <Words>84</Words>
  <Application>Microsoft Office PowerPoint</Application>
  <PresentationFormat>Presentación en pantalla (16:9)</PresentationFormat>
  <Paragraphs>20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500</cp:revision>
  <dcterms:modified xsi:type="dcterms:W3CDTF">2026-09-17T16:31:10Z</dcterms:modified>
</cp:coreProperties>
</file>