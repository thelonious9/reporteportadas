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365" r:id="rId3"/>
    <p:sldId id="352" r:id="rId4"/>
    <p:sldId id="378" r:id="rId5"/>
    <p:sldId id="386" r:id="rId6"/>
    <p:sldId id="387" r:id="rId7"/>
    <p:sldId id="390" r:id="rId8"/>
    <p:sldId id="388" r:id="rId9"/>
    <p:sldId id="351" r:id="rId10"/>
    <p:sldId id="369" r:id="rId11"/>
    <p:sldId id="361" r:id="rId12"/>
    <p:sldId id="371" r:id="rId13"/>
    <p:sldId id="385" r:id="rId14"/>
    <p:sldId id="392" r:id="rId15"/>
    <p:sldId id="384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CE8EF-5503-277B-E35A-FE39AA229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2F6D979-0903-D341-8C4D-0A1C6FEC03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D8ED27C-D614-C1C6-9079-1945B5692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63238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07 de mayo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29E4A32-4FCA-6164-76A8-4CC50BF39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6371"/>
            <a:ext cx="9144000" cy="321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6BCB04D-86D6-67CE-9B51-9A7F470DB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4701"/>
            <a:ext cx="9144000" cy="275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01A04E2-2CD4-BC43-5942-2D4CEB3BD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99" y="556931"/>
            <a:ext cx="7887801" cy="402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8339A-4E55-30D6-87EF-6562AE2A5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A9652F2C-8765-B253-7039-CA0EB2466D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DB599DC-DADD-DBD1-7F8B-D66C510F5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1058"/>
            <a:ext cx="9144000" cy="3801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985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C28C1-8BF7-5569-E730-A5C2BB801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3F4E7BA7-DD7E-5E0B-007A-332EFCC8009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A01F4D9-D37F-5F1F-0B06-4C3658E3C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6800"/>
            <a:ext cx="4535488" cy="3276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1C526F1-851C-4ADC-78AE-22B2B13050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12" y="856800"/>
            <a:ext cx="4535488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168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8E447-D974-DFF1-07E6-5BC645BAA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6BFA382-A206-7716-F8A4-C3A644F4421F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2E775B5-818E-E7D6-3291-D874E0245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810" y="1633406"/>
            <a:ext cx="7916380" cy="187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790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B96198C-97F9-475B-12E3-DD283955B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3247"/>
            <a:ext cx="9144000" cy="4437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3C79390-A9C0-5CDC-5B99-9C2A292F1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7822"/>
            <a:ext cx="9144000" cy="3267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3AE961C-A8D9-FD76-C240-226ABAFEB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9522"/>
            <a:ext cx="9144000" cy="4324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CC11A01-6CFD-47E9-BF3E-9A6E7E9E5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0442"/>
            <a:ext cx="9144000" cy="3422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58600F2-5D34-131B-BE52-C2384BB98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3842"/>
            <a:ext cx="9144000" cy="2595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36BB3-46DA-8B56-0971-29B65222B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869627B9-9162-9623-9454-B30787C6ACEB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93C302A-3C30-5482-BF67-086551819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9258"/>
            <a:ext cx="9144000" cy="2404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286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3B9DF34-C97A-1AF9-AC0B-F12035B785B3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EFC0C74-5472-B27C-C567-A3540B9E3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3430"/>
            <a:ext cx="9144000" cy="359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904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CA6E3AA-9467-5FF2-A182-F9C74DF835BA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Información emitida por radioescuchas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00CBA2E-7DF5-3BB2-4779-E038FF527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659"/>
            <a:ext cx="9144000" cy="4364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88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3819</TotalTime>
  <Words>79</Words>
  <Application>Microsoft Office PowerPoint</Application>
  <PresentationFormat>Presentación en pantalla (16:9)</PresentationFormat>
  <Paragraphs>19</Paragraphs>
  <Slides>16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Montserrat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358</cp:revision>
  <dcterms:modified xsi:type="dcterms:W3CDTF">2026-05-08T01:32:24Z</dcterms:modified>
</cp:coreProperties>
</file>