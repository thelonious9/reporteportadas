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1" r:id="rId6"/>
    <p:sldId id="382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B31"/>
    <a:srgbClr val="F4F6F8"/>
    <a:srgbClr val="3A3A3A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14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31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7C3B35C-2862-F4DC-E88F-DCE13EE1C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648"/>
            <a:ext cx="9144000" cy="4255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1E4DFF2-A383-3C74-177D-0E19E5AB0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4547"/>
            <a:ext cx="4572000" cy="302140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F10D3E7-0225-D4D5-21A7-324711042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202" y="1144547"/>
            <a:ext cx="4596602" cy="310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81E53B9-868C-BCAA-54B8-8A9EA8E29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60" y="521758"/>
            <a:ext cx="7363853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627D54-6F0E-57CD-C8CB-BAC91AE4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986"/>
            <a:ext cx="9144000" cy="426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F44EDBF-F722-BA58-0032-A9569851BA1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AD0537-CE18-2CF8-EAB4-CDE1F3D3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963" y="493401"/>
            <a:ext cx="1952898" cy="2857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F52DA84-3DC6-D672-93E3-9A9CA11FA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9047"/>
            <a:ext cx="4535488" cy="304828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864BB6B-2421-2D5F-A444-D3C53002D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488" y="1174096"/>
            <a:ext cx="4588642" cy="293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08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29C81F3-7718-5A18-6786-2D5DD51ED25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556DD66-13D9-4519-4C42-452769D9B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548" y="1742959"/>
            <a:ext cx="6296904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EECD95-DBE8-01A8-566F-47217DA65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5606"/>
            <a:ext cx="9144000" cy="445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0E189E-CBC1-D6D3-C96A-A5E437FA8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5589"/>
            <a:ext cx="9144000" cy="323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68F6B7-9B9E-877D-65C9-F82E2A123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8620"/>
            <a:ext cx="9144000" cy="446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DBD682B-1629-2230-DE81-09E7EF217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456"/>
            <a:ext cx="9144000" cy="342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BC1832-E387-E709-9FE4-79344F709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4447"/>
            <a:ext cx="9144000" cy="237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AB43A3-33DD-66F8-8069-068F37C8F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2918"/>
            <a:ext cx="9144000" cy="247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5429BA-2975-E4A8-2B9F-23DB38914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2062"/>
            <a:ext cx="9144000" cy="373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DF1CC2-0485-0BFA-0DA9-5A331BAB5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2868"/>
            <a:ext cx="9144000" cy="241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3432</TotalTime>
  <Words>79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Montserrat Black</vt:lpstr>
      <vt:lpstr>Segoe UI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324</cp:revision>
  <dcterms:modified xsi:type="dcterms:W3CDTF">2026-03-31T17:24:20Z</dcterms:modified>
</cp:coreProperties>
</file>