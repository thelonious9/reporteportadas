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86" r:id="rId7"/>
    <p:sldId id="387" r:id="rId8"/>
    <p:sldId id="394" r:id="rId9"/>
    <p:sldId id="390" r:id="rId10"/>
    <p:sldId id="388" r:id="rId11"/>
    <p:sldId id="351" r:id="rId12"/>
    <p:sldId id="369" r:id="rId13"/>
    <p:sldId id="361" r:id="rId14"/>
    <p:sldId id="371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E8EF-5503-277B-E35A-FE39AA22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F6D979-0903-D341-8C4D-0A1C6FEC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8ED27C-D614-C1C6-9079-1945B5692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63238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</a:t>
            </a: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: 12</a:t>
            </a:r>
            <a:r>
              <a:rPr lang="es-MX" sz="1600">
                <a:solidFill>
                  <a:srgbClr val="D8AB72"/>
                </a:solidFill>
              </a:rPr>
              <a:t> </a:t>
            </a:r>
            <a:r>
              <a:rPr lang="es-MX" sz="1600" dirty="0">
                <a:solidFill>
                  <a:srgbClr val="D8AB72"/>
                </a:solidFill>
              </a:rPr>
              <a:t>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A1D385-06A3-2630-D159-76644D500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449"/>
            <a:ext cx="9144000" cy="380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367DB73-1E7C-EB7F-D23B-70E15DBDC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9902"/>
            <a:ext cx="9144000" cy="274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541AD7-BEA5-EB89-2638-0BF92FE36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5859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106E2B-D9DC-582B-3D3C-B377F3251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15" y="409273"/>
            <a:ext cx="7840169" cy="432495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4E7D1A3-043F-94FF-E725-9A4278B0B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1750"/>
            <a:ext cx="9144000" cy="3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339A-4E55-30D6-87EF-6562AE2A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9652F2C-8765-B253-7039-CA0EB2466D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942E05-622E-067E-1C26-F2B004B18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4357"/>
            <a:ext cx="9144000" cy="379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8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28C1-8BF7-5569-E730-A5C2BB80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ABEC5E4-0873-16A3-E6E6-6F52D0BEC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63" y="523220"/>
            <a:ext cx="7594849" cy="4606441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3F4E7BA7-DD7E-5E0B-007A-332EFCC800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</p:spTree>
    <p:extLst>
      <p:ext uri="{BB962C8B-B14F-4D97-AF65-F5344CB8AC3E}">
        <p14:creationId xmlns:p14="http://schemas.microsoft.com/office/powerpoint/2010/main" val="2759168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9D4024D-200D-948C-FCEB-B790CA03E59E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5671D7-BBC8-FB07-CE27-218606C52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5859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77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E447-D974-DFF1-07E6-5BC645BA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6BFA382-A206-7716-F8A4-C3A644F4421F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594CA3-D9E1-60DF-693D-F6C01259F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813" y="1461932"/>
            <a:ext cx="3210373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90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5B99B76-CB0B-D62C-26B0-3C96B9475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2605"/>
            <a:ext cx="9144000" cy="399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060D9D-4162-CD56-F7B9-461179905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7251"/>
            <a:ext cx="9144000" cy="290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9E1AD4-9701-5768-8BF0-DC261AD27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124"/>
            <a:ext cx="9144000" cy="423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1529E4C-53D2-BC04-B9BB-D066A9210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1749"/>
            <a:ext cx="9144000" cy="310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1A9B6A-02A3-11A6-C9FB-E82F1F88B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108"/>
            <a:ext cx="9144000" cy="436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09766D2-9216-FAD1-FBC1-442835273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485"/>
            <a:ext cx="9144000" cy="35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3855</TotalTime>
  <Words>73</Words>
  <Application>Microsoft Office PowerPoint</Application>
  <PresentationFormat>Presentación en pantalla (16:9)</PresentationFormat>
  <Paragraphs>19</Paragraphs>
  <Slides>16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Montserrat Black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362</cp:revision>
  <dcterms:modified xsi:type="dcterms:W3CDTF">2026-05-12T23:50:41Z</dcterms:modified>
</cp:coreProperties>
</file>