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371" r:id="rId15"/>
    <p:sldId id="413" r:id="rId16"/>
    <p:sldId id="280" r:id="rId17"/>
  </p:sldIdLst>
  <p:sldSz cx="9144000" cy="5143500" type="screen16x9"/>
  <p:notesSz cx="6858000" cy="9144000"/>
  <p:embeddedFontLst>
    <p:embeddedFont>
      <p:font typeface="Montserrat" pitchFamily="2" charset="0"/>
      <p:regular r:id="rId19"/>
      <p:bold r:id="rId20"/>
      <p:italic r:id="rId21"/>
      <p:boldItalic r:id="rId22"/>
    </p:embeddedFont>
    <p:embeddedFont>
      <p:font typeface="Montserrat Black" pitchFamily="2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03" autoAdjust="0"/>
  </p:normalViewPr>
  <p:slideViewPr>
    <p:cSldViewPr snapToGrid="0">
      <p:cViewPr varScale="1">
        <p:scale>
          <a:sx n="74" d="100"/>
          <a:sy n="74" d="100"/>
        </p:scale>
        <p:origin x="988" y="52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20</a:t>
            </a:r>
            <a:r>
              <a:rPr lang="es-MX" sz="1600" dirty="0">
                <a:solidFill>
                  <a:srgbClr val="D8AB72"/>
                </a:solidFill>
              </a:rPr>
              <a:t> de agosto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3A46828-E304-B01C-DB98-0CD648A9C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512" y="545685"/>
            <a:ext cx="9144000" cy="419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F305943-B505-EBB7-5B2B-190E03522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523220"/>
            <a:ext cx="6857999" cy="214540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EF009CD-D579-50C4-AA31-9B493D201C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830751"/>
            <a:ext cx="6857999" cy="2145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979DF96-023D-B278-E458-AECB1D84C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88" y="726572"/>
            <a:ext cx="8001000" cy="383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250225A-21C4-08FA-5F77-947049668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760" y="880826"/>
            <a:ext cx="3972479" cy="338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508EBA0-9690-2358-C26B-858B59DD0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1185"/>
            <a:ext cx="9144000" cy="328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F26B5A6-45D2-6914-5439-AD49EB2F9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1115316"/>
            <a:ext cx="6858000" cy="328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EF73572-5819-F12B-0151-5C17AFFBB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30927"/>
            <a:ext cx="6858000" cy="328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8593D54-5A85-2B81-6933-3649B180E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1758"/>
            <a:ext cx="9144000" cy="268898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B9CB977-C078-AD09-C16F-EF8D995C97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626" y="3210745"/>
            <a:ext cx="9144000" cy="1681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7C49E67-24A8-93B8-2E30-C3B21F103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5467"/>
            <a:ext cx="9144000" cy="357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80D0271-71C1-F611-A368-728C6617D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1614"/>
            <a:ext cx="9144000" cy="260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0BD544F-4EA7-D90A-2C24-CE42D6525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5386"/>
            <a:ext cx="9144000" cy="3875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3D96725-29F0-496E-5591-554EA2C71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1191"/>
            <a:ext cx="9144000" cy="2763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49D148A-1589-DF4F-DD56-EEE42C091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7953"/>
            <a:ext cx="9144000" cy="4090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D5606E0-28F1-1D4A-2931-7EDECC188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32" y="454267"/>
            <a:ext cx="8453312" cy="448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4605</TotalTime>
  <Words>75</Words>
  <Application>Microsoft Office PowerPoint</Application>
  <PresentationFormat>Presentación en pantalla (16:9)</PresentationFormat>
  <Paragraphs>19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Montserrat Black</vt:lpstr>
      <vt:lpstr>Arial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469</cp:revision>
  <dcterms:modified xsi:type="dcterms:W3CDTF">2026-08-20T21:11:26Z</dcterms:modified>
</cp:coreProperties>
</file>