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365" r:id="rId3"/>
    <p:sldId id="352" r:id="rId4"/>
    <p:sldId id="378" r:id="rId5"/>
    <p:sldId id="391" r:id="rId6"/>
    <p:sldId id="386" r:id="rId7"/>
    <p:sldId id="387" r:id="rId8"/>
    <p:sldId id="390" r:id="rId9"/>
    <p:sldId id="388" r:id="rId10"/>
    <p:sldId id="351" r:id="rId11"/>
    <p:sldId id="369" r:id="rId12"/>
    <p:sldId id="361" r:id="rId13"/>
    <p:sldId id="371" r:id="rId14"/>
    <p:sldId id="385" r:id="rId15"/>
    <p:sldId id="392" r:id="rId16"/>
    <p:sldId id="384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26" y="24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06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B65F1C-57A2-A02A-4838-D7F47AB0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910"/>
            <a:ext cx="9144000" cy="324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4D7A73-32E4-4B20-11FA-CD8CFE5D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5200"/>
            <a:ext cx="4535488" cy="2865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65B676C-081E-64E9-9056-C5D45B21E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87" y="1195199"/>
            <a:ext cx="4681585" cy="28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D74F955-5828-6C95-5EE4-F2BA86422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99" y="471194"/>
            <a:ext cx="7887801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EFE239-0DB3-603B-0C04-69C853E6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73" y="1314274"/>
            <a:ext cx="7906853" cy="251495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51A2490-2037-EBC3-7904-C7AF50581B37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84093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2C16BB-5437-42EE-E76F-975B2F8E6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975"/>
            <a:ext cx="9144000" cy="320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7338DA-AEA7-2687-6170-3C25EA59B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956"/>
            <a:ext cx="4572000" cy="32964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DF67C6-0A47-4F16-ADC4-357517626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88" y="1050404"/>
            <a:ext cx="4608512" cy="309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47196D-AD37-87E0-63E4-AF605581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0" y="1776301"/>
            <a:ext cx="8125959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A68ACF-4F43-91F0-F40F-C6A2E3BF3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257"/>
            <a:ext cx="9144000" cy="444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497238-7E9B-91F3-9A72-F5446AC8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152"/>
            <a:ext cx="9144000" cy="337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13BCBE-DA65-D8B2-2574-7ACBD81B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833"/>
            <a:ext cx="9144000" cy="423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628AE3-CEB0-316B-D0FF-E0F147391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370"/>
            <a:ext cx="9144000" cy="35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4E2757-ACC9-C3FF-A72F-53BDB9D9E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357"/>
            <a:ext cx="9144000" cy="265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6BB3-46DA-8B56-0971-29B6522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9627B9-9162-9623-9454-B30787C6ACE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36CFA5-E3B6-30A1-4D03-B03BE1CF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703"/>
            <a:ext cx="9144000" cy="23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3B9DF34-C97A-1AF9-AC0B-F12035B785B3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2ABC58E-1C09-23B9-9721-76151BCEE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2684"/>
            <a:ext cx="9144000" cy="251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0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12DDA3-A032-2CE3-C0B9-4FC36A26B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311"/>
            <a:ext cx="9144000" cy="246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3796</TotalTime>
  <Words>85</Words>
  <Application>Microsoft Office PowerPoint</Application>
  <PresentationFormat>Presentación en pantalla (16:9)</PresentationFormat>
  <Paragraphs>20</Paragraphs>
  <Slides>17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357</cp:revision>
  <dcterms:modified xsi:type="dcterms:W3CDTF">2026-05-07T00:54:02Z</dcterms:modified>
</cp:coreProperties>
</file>