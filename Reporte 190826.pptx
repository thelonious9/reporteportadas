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19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262DC3-1938-8BE3-6640-4B5298B95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9724"/>
            <a:ext cx="9144000" cy="344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89F859-E501-B1D0-DC3C-DB2DC7D4F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9520"/>
            <a:ext cx="9144000" cy="244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1950171-2EDB-0C6C-7318-CAF5C4B99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08" y="695858"/>
            <a:ext cx="7727359" cy="389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B91CC0-25E3-98DB-77BE-11F69415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562" y="1719134"/>
            <a:ext cx="5553850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33E10A-8DFD-8BEE-331F-337043E99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0768"/>
            <a:ext cx="9144000" cy="340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FF8E6B-844F-F1D8-41D5-9BDA2D03D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09F402-E4FD-557C-C433-2632998D5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1E1035-D06D-2F4B-237A-8F8AA46A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944" y="1514318"/>
            <a:ext cx="3658111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C49E67-24A8-93B8-2E30-C3B21F103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5467"/>
            <a:ext cx="9144000" cy="357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0D0271-71C1-F611-A368-728C6617D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1614"/>
            <a:ext cx="9144000" cy="260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BD544F-4EA7-D90A-2C24-CE42D6525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386"/>
            <a:ext cx="9144000" cy="387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D96725-29F0-496E-5591-554EA2C71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191"/>
            <a:ext cx="9144000" cy="276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9D148A-1589-DF4F-DD56-EEE42C09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953"/>
            <a:ext cx="9144000" cy="409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5606E0-28F1-1D4A-2931-7EDECC188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32" y="454267"/>
            <a:ext cx="8453312" cy="44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4596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468</cp:revision>
  <dcterms:modified xsi:type="dcterms:W3CDTF">2026-08-19T23:58:46Z</dcterms:modified>
</cp:coreProperties>
</file>