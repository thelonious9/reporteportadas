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65" r:id="rId3"/>
    <p:sldId id="352" r:id="rId4"/>
    <p:sldId id="393" r:id="rId5"/>
    <p:sldId id="378" r:id="rId6"/>
    <p:sldId id="397" r:id="rId7"/>
    <p:sldId id="394" r:id="rId8"/>
    <p:sldId id="395" r:id="rId9"/>
    <p:sldId id="398" r:id="rId10"/>
    <p:sldId id="396" r:id="rId11"/>
    <p:sldId id="388" r:id="rId12"/>
    <p:sldId id="351" r:id="rId13"/>
    <p:sldId id="369" r:id="rId14"/>
    <p:sldId id="361" r:id="rId15"/>
    <p:sldId id="371" r:id="rId16"/>
    <p:sldId id="384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27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1F92A7-B6E0-CB32-D0E2-687A55D4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183"/>
            <a:ext cx="9144000" cy="34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A11796-D7C1-FA60-CB24-55F5086FA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9492"/>
            <a:ext cx="9144000" cy="246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07E554A-55B1-51F0-7CEB-0368E7EFB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99" y="802552"/>
            <a:ext cx="7821778" cy="39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50F5087-A031-3AC4-01B3-A595AFF9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72" y="1166805"/>
            <a:ext cx="9153572" cy="29527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5483-347B-FEC1-C966-136B1202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E4764A2-554C-1B02-D996-9949106C8F13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AC1ECC-1F07-EB8E-D223-F42B4794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84" y="814142"/>
            <a:ext cx="7935432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0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1FA686-6D8B-A529-60A0-FA19654B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242"/>
            <a:ext cx="9144000" cy="338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944AD0-52AC-6F15-D89E-2854125D6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51" y="628020"/>
            <a:ext cx="7713074" cy="388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84ED-2DC3-D0E5-87FA-871BE6FA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0AED95D-00EA-CC3A-DBC4-6C4B48A78E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05CFF90-23BA-CDCC-69DB-F896D8913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84350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4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9FBC69-6337-3003-B177-604E4CBC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8" y="1219011"/>
            <a:ext cx="8192643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69968D-B9DD-1A86-8CB9-C50557178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6897"/>
            <a:ext cx="9144000" cy="3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C25BAB-2C68-0E01-877A-685CF6D1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587"/>
            <a:ext cx="9144000" cy="26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0FAC75-9A80-E100-8EC1-F014312B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871"/>
            <a:ext cx="9144000" cy="37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34D926-FF02-1009-7000-DFDD93EC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438"/>
            <a:ext cx="9144000" cy="269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787A35-AE57-55C2-8C6D-DB8292DFA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467"/>
            <a:ext cx="9144000" cy="40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740BBC-6C95-75EF-0FD2-334A6D3F0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5"/>
            <a:ext cx="9144000" cy="30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3998</TotalTime>
  <Words>74</Words>
  <Application>Microsoft Office PowerPoint</Application>
  <PresentationFormat>Presentación en pantalla (16:9)</PresentationFormat>
  <Paragraphs>20</Paragraphs>
  <Slides>17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381</cp:revision>
  <dcterms:modified xsi:type="dcterms:W3CDTF">2026-05-28T00:56:42Z</dcterms:modified>
</cp:coreProperties>
</file>