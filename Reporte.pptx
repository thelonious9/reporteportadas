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0" r:id="rId13"/>
    <p:sldId id="371" r:id="rId14"/>
    <p:sldId id="372" r:id="rId15"/>
    <p:sldId id="37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58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4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5F4EE8-CCCC-415E-E213-B05038EE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9144000" cy="424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4F9879-C0B2-3FE3-DB70-512DF61D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583"/>
            <a:ext cx="9144000" cy="31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2421466" y="21017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6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ocho columnas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17E4D5-4190-2E29-03DB-06E9F711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08" y="625572"/>
            <a:ext cx="8125959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23D44A-1643-4A3C-41AF-065D93F1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15" y="445928"/>
            <a:ext cx="8352545" cy="46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D2F095-1161-6F1C-565A-686CA49F0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76685"/>
            <a:ext cx="4535488" cy="293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594FC25-1605-A691-41C4-E96128745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555" y="876685"/>
            <a:ext cx="4579444" cy="293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630130-13BC-9ABC-6454-14BE1C0F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00" y="554208"/>
            <a:ext cx="7096405" cy="458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8C7BA637-813D-7EC4-4238-E79CD4F6F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97"/>
            <a:ext cx="9144000" cy="51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F9ABD8E0-3C95-0449-DCBE-3A41D288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779"/>
            <a:ext cx="9144000" cy="385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3E26D352-CCFD-6DFA-7FF1-21D46363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1" y="0"/>
            <a:ext cx="899863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C91067E-6E62-3E20-FA2E-6FA81D46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060"/>
            <a:ext cx="9144000" cy="42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Gráfico&#10;&#10;El contenido generado por IA puede ser incorrecto.">
            <a:extLst>
              <a:ext uri="{FF2B5EF4-FFF2-40B4-BE49-F238E27FC236}">
                <a16:creationId xmlns:a16="http://schemas.microsoft.com/office/drawing/2014/main" id="{690108E4-C66E-B463-B5BB-DCB76D5E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321"/>
            <a:ext cx="9144000" cy="3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E452ECE1-EEB4-96C3-923D-FA6BC9E40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351"/>
            <a:ext cx="9144000" cy="360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898E414-306F-6292-D883-36C93EA47B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id="{09CA8326-705D-FC1D-B73F-2BC1AFDA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106"/>
            <a:ext cx="9144000" cy="35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5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A576E00-9CCE-5DEC-22E2-145ADCCE244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8" name="Imagen 7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7239C7C3-6ACE-B373-10EF-B0DE57F0E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870"/>
            <a:ext cx="9144000" cy="36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576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</TotalTime>
  <Words>60</Words>
  <Application>Microsoft Office PowerPoint</Application>
  <PresentationFormat>Presentación en pantalla (16:9)</PresentationFormat>
  <Paragraphs>15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289</cp:revision>
  <dcterms:modified xsi:type="dcterms:W3CDTF">2026-03-04T16:00:56Z</dcterms:modified>
</cp:coreProperties>
</file>