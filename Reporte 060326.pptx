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7"/>
  </p:notesMasterIdLst>
  <p:sldIdLst>
    <p:sldId id="350" r:id="rId2"/>
    <p:sldId id="352" r:id="rId3"/>
    <p:sldId id="365" r:id="rId4"/>
    <p:sldId id="378" r:id="rId5"/>
    <p:sldId id="374" r:id="rId6"/>
    <p:sldId id="376" r:id="rId7"/>
    <p:sldId id="377" r:id="rId8"/>
    <p:sldId id="281" r:id="rId9"/>
    <p:sldId id="351" r:id="rId10"/>
    <p:sldId id="369" r:id="rId11"/>
    <p:sldId id="361" r:id="rId12"/>
    <p:sldId id="371" r:id="rId13"/>
    <p:sldId id="370" r:id="rId14"/>
    <p:sldId id="379" r:id="rId15"/>
    <p:sldId id="280" r:id="rId16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8"/>
      <p:bold r:id="rId19"/>
      <p:italic r:id="rId20"/>
      <p:boldItalic r:id="rId21"/>
    </p:embeddedFont>
    <p:embeddedFont>
      <p:font typeface="Montserrat Black" panose="00000A00000000000000" pitchFamily="2" charset="0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F6F8"/>
    <a:srgbClr val="3A3A3A"/>
    <a:srgbClr val="691B31"/>
    <a:srgbClr val="D8AB72"/>
    <a:srgbClr val="B28D5E"/>
    <a:srgbClr val="DBC6A0"/>
    <a:srgbClr val="F6E3C5"/>
    <a:srgbClr val="BC955B"/>
    <a:srgbClr val="EEEEEE"/>
    <a:srgbClr val="CBCA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4" d="100"/>
          <a:sy n="124" d="100"/>
        </p:scale>
        <p:origin x="1146" y="330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63358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44819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582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6</a:t>
            </a:r>
            <a:r>
              <a:rPr lang="es-MX" sz="1600" dirty="0">
                <a:solidFill>
                  <a:srgbClr val="D8AB72"/>
                </a:solidFill>
              </a:rPr>
              <a:t> de marzo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14:00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733E49C1-1D8F-00BE-B848-54AEEE19433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248E112-E052-7A9E-BB8B-C3FFA417E2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44040"/>
            <a:ext cx="9144000" cy="4255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673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78379D8F-E8C5-7EA8-DBB0-B6484BBC9BD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2A023C7-EC5F-DEB1-38FD-F7332A28AB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17021"/>
            <a:ext cx="9144000" cy="3109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651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DFC28BF4-D482-2861-AE41-CFF0342FFB9A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negativas y positivas en primeras planas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563A41E-A8F0-A906-8141-A124F5F775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378" y="644702"/>
            <a:ext cx="8798218" cy="4403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384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FA06A6D8-7CC5-CEFC-FAF7-CFE4A8663FD8}"/>
              </a:ext>
            </a:extLst>
          </p:cNvPr>
          <p:cNvSpPr txBox="1"/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20014BB-C59D-19AD-0139-5FB32B69A5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6399"/>
            <a:ext cx="9144000" cy="4353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1062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BD4BE96-F2E3-E812-50CF-66AB2076BC5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>
                <a:latin typeface="Montserrat" pitchFamily="2" charset="0"/>
              </a:rPr>
              <a:t>Gobernador</a:t>
            </a:r>
            <a:endParaRPr lang="es-MX" sz="2800" b="1" dirty="0">
              <a:latin typeface="Montserrat" pitchFamily="2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30D2837-3A69-ECFA-168D-5697D9CB5F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4" y="1085730"/>
            <a:ext cx="4514154" cy="3114915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55C208EC-2533-3BAE-E019-85C2BAC13D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5488" y="1142219"/>
            <a:ext cx="4600907" cy="3001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294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610BFFFA-A68D-A4C5-3185-D4186E302C8C}"/>
              </a:ext>
            </a:extLst>
          </p:cNvPr>
          <p:cNvSpPr txBox="1"/>
          <p:nvPr/>
        </p:nvSpPr>
        <p:spPr>
          <a:xfrm>
            <a:off x="1225126" y="144380"/>
            <a:ext cx="66207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000" b="1" dirty="0">
                <a:latin typeface="Montserrat" pitchFamily="2" charset="0"/>
              </a:rPr>
              <a:t>Información del gobernador en primeras planas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D97030B-05DB-127E-E533-C129D10BE9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340"/>
            <a:ext cx="9144000" cy="4388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3807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9000" b="-19000"/>
          </a:stretch>
        </a:blip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3A896FC-8168-8E2C-E4F7-11A96AAB671C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777520B-FC57-D5D1-FC00-5D25711657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05772"/>
            <a:ext cx="9144000" cy="4474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4504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A50C18B-1BB5-9DAE-2162-4526F3DBA9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06706"/>
            <a:ext cx="9144000" cy="3272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53E20-D2E3-C7B6-3681-7F75E49F3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D220DED-6E95-D0AE-57E3-7DFB60F03ADD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00F2A4F-7BAF-9FC3-8A5E-9929A72D3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7625"/>
            <a:ext cx="9144000" cy="368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9192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1C797CC-67B3-C49F-567D-94745CD28C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0520"/>
            <a:ext cx="9144000" cy="3482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60FCF9A-C243-106E-9DD3-8780C6D6E1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5584"/>
            <a:ext cx="9144000" cy="2712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6903D2B-B628-46FF-5530-8427CCDFD7AB}"/>
              </a:ext>
            </a:extLst>
          </p:cNvPr>
          <p:cNvSpPr txBox="1"/>
          <p:nvPr/>
        </p:nvSpPr>
        <p:spPr>
          <a:xfrm>
            <a:off x="1926166" y="0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040DE82-FF8E-8740-8EA6-89B870B74B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68592"/>
            <a:ext cx="9144000" cy="2406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8949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C1A25-C9EE-F5E8-70B0-72848C496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BD034C7B-D28A-2217-7904-DE5230378964}"/>
              </a:ext>
            </a:extLst>
          </p:cNvPr>
          <p:cNvSpPr txBox="1"/>
          <p:nvPr/>
        </p:nvSpPr>
        <p:spPr>
          <a:xfrm>
            <a:off x="1926166" y="0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0BD0867-6E1A-BF40-FCDB-A6B530D7AB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5522" y="337825"/>
            <a:ext cx="5772956" cy="4467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5514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2994</TotalTime>
  <Words>78</Words>
  <Application>Microsoft Office PowerPoint</Application>
  <PresentationFormat>Presentación en pantalla (16:9)</PresentationFormat>
  <Paragraphs>18</Paragraphs>
  <Slides>15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9" baseType="lpstr">
      <vt:lpstr>Montserrat Black</vt:lpstr>
      <vt:lpstr>Montserrat</vt:lpstr>
      <vt:lpstr>Arial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294</cp:revision>
  <dcterms:modified xsi:type="dcterms:W3CDTF">2026-03-06T23:47:23Z</dcterms:modified>
</cp:coreProperties>
</file>