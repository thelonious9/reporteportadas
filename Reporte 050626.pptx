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365" r:id="rId3"/>
    <p:sldId id="352" r:id="rId4"/>
    <p:sldId id="393" r:id="rId5"/>
    <p:sldId id="378" r:id="rId6"/>
    <p:sldId id="394" r:id="rId7"/>
    <p:sldId id="395" r:id="rId8"/>
    <p:sldId id="396" r:id="rId9"/>
    <p:sldId id="398" r:id="rId10"/>
    <p:sldId id="388" r:id="rId11"/>
    <p:sldId id="351" r:id="rId12"/>
    <p:sldId id="369" r:id="rId13"/>
    <p:sldId id="361" r:id="rId14"/>
    <p:sldId id="371" r:id="rId15"/>
    <p:sldId id="384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D8FB4-E321-0E01-8262-6CF75FF3C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992D699-CFB9-7D9E-96EA-B379B7F5A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055D00D-F622-9591-B42F-DD768852A2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466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05 de junio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4F52BB6-62D0-BC68-A1D9-E674164B7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9287"/>
            <a:ext cx="9144000" cy="336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C608DC4-DA30-5F0A-83D4-6F566687E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88812"/>
            <a:ext cx="9144000" cy="2508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115B23-9219-C74D-1B93-EB466FF53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5272FFEB-F79A-B289-E2B0-F9E2F92695D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58082AF-7E51-EA5A-C8BA-4FA9D97BB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88" y="400549"/>
            <a:ext cx="8899200" cy="4485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791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79B80AB-CDC2-B933-2466-8650FECBD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453" y="521758"/>
            <a:ext cx="4270070" cy="4351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17BB299-CD2D-87AC-49FC-C8E342329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5565"/>
            <a:ext cx="9144000" cy="3392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medios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4583C605-D860-670C-4674-CAC4D9D2B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6CD79E3-948C-E878-BF4F-3F0E4A09A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75" y="463378"/>
            <a:ext cx="8609013" cy="4339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1564A-4863-8A17-FDE9-1251B67B1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4EC81451-69F4-5FF6-96C1-40C07E1604C9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AE98DDE-6848-4C22-B74D-719F0605E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043" y="1258465"/>
            <a:ext cx="5538890" cy="2769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773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49E3C79-1B2E-F4FB-741E-8FF2B8A10A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8910"/>
            <a:ext cx="9144000" cy="352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8DFEF1E-2C9B-6A4F-BF6E-2D8681DD4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4551"/>
            <a:ext cx="9144000" cy="2677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8EB7E4D-FB50-5A76-B0CF-F453F9689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2753"/>
            <a:ext cx="9144000" cy="3840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3152F83-6DE9-2CC5-E267-426499926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2232"/>
            <a:ext cx="9144000" cy="2721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0EAE6F9-80AA-739C-1BB7-173AE5866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3343"/>
            <a:ext cx="9144000" cy="3876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CA6E3AA-9467-5FF2-A182-F9C74DF835BA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Información emitida por radioescuchas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9BC924C-0E18-D336-56F4-4ACAC570E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0573"/>
            <a:ext cx="9144000" cy="2182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8881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4052</TotalTime>
  <Words>75</Words>
  <Application>Microsoft Office PowerPoint</Application>
  <PresentationFormat>Presentación en pantalla (16:9)</PresentationFormat>
  <Paragraphs>19</Paragraphs>
  <Slides>16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Montserrat</vt:lpstr>
      <vt:lpstr>Montserrat Black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393</cp:revision>
  <dcterms:modified xsi:type="dcterms:W3CDTF">2026-06-06T00:22:59Z</dcterms:modified>
</cp:coreProperties>
</file>