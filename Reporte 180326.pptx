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52" r:id="rId3"/>
    <p:sldId id="365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18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502DFB4-50AD-FCE4-5FEA-08184E1B1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439"/>
            <a:ext cx="9144000" cy="423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521C660-FAD4-0769-65B6-920C3034F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2021"/>
            <a:ext cx="9144000" cy="307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66146D6-6D4C-4AB8-A32B-7F4191E60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44" y="599441"/>
            <a:ext cx="7954485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652635-25A0-ED62-FEA3-F25D46AC4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77" y="406016"/>
            <a:ext cx="8652222" cy="459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6432AA0-4388-FC53-5E56-FEB189930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420" y="1199192"/>
            <a:ext cx="4592580" cy="294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927491A-4110-C2C9-913F-87EBCA30C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9192"/>
            <a:ext cx="4551420" cy="291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7208C45-84F5-11F3-B34F-637D48CB0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21" y="1104695"/>
            <a:ext cx="6677957" cy="29341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4946BA-161F-E751-AED2-1B562BE2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921"/>
            <a:ext cx="9144000" cy="443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C7C99B-7855-4FD8-7A92-FA199672C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589"/>
            <a:ext cx="9144000" cy="32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80441D-03A3-710E-964D-E450789F7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888"/>
            <a:ext cx="9144000" cy="366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F6F9DA-50DA-4EDD-A107-D7EEE0C73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021"/>
            <a:ext cx="9144000" cy="351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F75730-BB06-645E-B3CA-9D3C4A768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5464"/>
            <a:ext cx="9144000" cy="261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FD3FF9-69A6-6465-CE1C-F93899062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389"/>
            <a:ext cx="9144000" cy="239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A748376-E606-5778-4F83-1BA15835A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666750"/>
            <a:ext cx="50673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BB1194-5AF0-9659-28EB-472932210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365"/>
            <a:ext cx="9144000" cy="343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3095</TotalTime>
  <Words>85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Segoe UI</vt:lpstr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308</cp:revision>
  <dcterms:modified xsi:type="dcterms:W3CDTF">2026-03-18T22:35:21Z</dcterms:modified>
</cp:coreProperties>
</file>