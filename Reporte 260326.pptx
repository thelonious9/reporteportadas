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65" r:id="rId3"/>
    <p:sldId id="352" r:id="rId4"/>
    <p:sldId id="378" r:id="rId5"/>
    <p:sldId id="381" r:id="rId6"/>
    <p:sldId id="382" r:id="rId7"/>
    <p:sldId id="383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  <p:embeddedFont>
      <p:font typeface="Segoe UI" panose="020B0502040204020203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26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2361A9-A85C-7F33-3597-2144979D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3885"/>
            <a:ext cx="9144000" cy="381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FAA6CF-167D-D3F5-E917-1A80B820A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1711"/>
            <a:ext cx="9144000" cy="276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E97EDD1-2C35-F47B-CE06-247571585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41" y="571221"/>
            <a:ext cx="8002117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6E9A09-F17B-C9A6-3444-12C570300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077"/>
            <a:ext cx="9144000" cy="384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4F44EDBF-F722-BA58-0032-A9569851BA1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2AD0537-CE18-2CF8-EAB4-CDE1F3D3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963" y="493401"/>
            <a:ext cx="1952898" cy="28579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B0DED155-44C5-0E06-42EF-37855BF31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2928"/>
            <a:ext cx="4535488" cy="355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F502899-EB5E-C71E-0228-151B5B050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88" y="1001806"/>
            <a:ext cx="4608512" cy="3288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08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033930-BC28-C349-27B5-77E294097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07" y="399388"/>
            <a:ext cx="7944959" cy="474411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29C81F3-7718-5A18-6786-2D5DD51ED25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</a:t>
            </a:r>
          </a:p>
        </p:txBody>
      </p:sp>
    </p:spTree>
    <p:extLst>
      <p:ext uri="{BB962C8B-B14F-4D97-AF65-F5344CB8AC3E}">
        <p14:creationId xmlns:p14="http://schemas.microsoft.com/office/powerpoint/2010/main" val="301061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22F3C9-B0DA-A53F-9EAF-561198306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422"/>
            <a:ext cx="9144000" cy="442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D9DF85-FC41-DBF8-6281-C26A40DDB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377"/>
            <a:ext cx="9144000" cy="324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C9F395-F244-8238-760C-15E16E446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690"/>
            <a:ext cx="9144000" cy="444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838EF7-1B0E-ABAD-8475-62BDC8CDA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9957"/>
            <a:ext cx="9144000" cy="350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E517A5-4696-303C-C51C-A2D392E92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8795"/>
            <a:ext cx="9144000" cy="2725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DDF3C4-FC06-458F-362B-6D907FEBF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6915"/>
            <a:ext cx="9144000" cy="260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19D719-AEDC-73CD-0E99-38014157F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7112"/>
            <a:ext cx="9144000" cy="360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01B103-F22C-DD5F-E8AE-E6B768ABA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23" y="1095169"/>
            <a:ext cx="4324954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3173</TotalTime>
  <Words>79</Words>
  <Application>Microsoft Office PowerPoint</Application>
  <PresentationFormat>Presentación en pantalla (16:9)</PresentationFormat>
  <Paragraphs>19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Segoe UI</vt:lpstr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319</cp:revision>
  <dcterms:modified xsi:type="dcterms:W3CDTF">2026-03-26T22:24:47Z</dcterms:modified>
</cp:coreProperties>
</file>