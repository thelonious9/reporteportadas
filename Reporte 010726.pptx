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5" r:id="rId4"/>
    <p:sldId id="399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7" r:id="rId16"/>
    <p:sldId id="400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01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18:00</a:t>
            </a:r>
            <a:endParaRPr kumimoji="0" lang="es-MX" sz="1600" b="0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 Black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0042B3-B920-6C0F-30D1-CAA44F233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1887"/>
            <a:ext cx="9144000" cy="380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5C1B5D-247C-9CF4-D813-2BE1907CF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5598"/>
            <a:ext cx="9144000" cy="275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DA784C8-23D1-977A-D299-C2D928A69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3096081-7879-0491-66C6-6AFB0923E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20" y="1585775"/>
            <a:ext cx="7944959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A78FF2-FA92-C55A-253B-C5F4B7177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2391"/>
            <a:ext cx="9144000" cy="383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A2CFB2-D35A-1284-C4A1-6A9C1F5BB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9AF6E6-DFDC-C4E2-E934-06CF8A24F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2D02A97-1539-F880-57FB-348EA0141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25" y="1752476"/>
            <a:ext cx="8954750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886C62-2380-FAD9-8981-0003A540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3415"/>
            <a:ext cx="9144000" cy="399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16D3EAE-E184-516E-B4A6-BFBF835EE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191"/>
            <a:ext cx="9144000" cy="288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EC09D7-8A98-B4FE-DD09-FF2730DB8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0150"/>
            <a:ext cx="9144000" cy="326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8A5B59-9E26-9FFB-6765-97A426F49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8178"/>
            <a:ext cx="9144000" cy="321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A525F2C-435B-D716-6931-AFB70FEA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823"/>
            <a:ext cx="9144000" cy="439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A0A3B-2932-AFD4-DA44-C1DC3779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5670A3C-A776-65F2-DF24-F6228170D173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D6B96A-88AD-9AC8-AC54-5AFFF282C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8683"/>
            <a:ext cx="9144000" cy="312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33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9A4B4A8-41AB-8D41-800E-1D805102C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73045"/>
            <a:ext cx="9144000" cy="234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4252</TotalTime>
  <Words>80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415</cp:revision>
  <dcterms:modified xsi:type="dcterms:W3CDTF">2026-07-02T00:54:56Z</dcterms:modified>
</cp:coreProperties>
</file>