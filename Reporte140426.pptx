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8"/>
  </p:notesMasterIdLst>
  <p:sldIdLst>
    <p:sldId id="350" r:id="rId2"/>
    <p:sldId id="365" r:id="rId3"/>
    <p:sldId id="352" r:id="rId4"/>
    <p:sldId id="378" r:id="rId5"/>
    <p:sldId id="381" r:id="rId6"/>
    <p:sldId id="383" r:id="rId7"/>
    <p:sldId id="382" r:id="rId8"/>
    <p:sldId id="281" r:id="rId9"/>
    <p:sldId id="351" r:id="rId10"/>
    <p:sldId id="369" r:id="rId11"/>
    <p:sldId id="361" r:id="rId12"/>
    <p:sldId id="371" r:id="rId13"/>
    <p:sldId id="370" r:id="rId14"/>
    <p:sldId id="384" r:id="rId15"/>
    <p:sldId id="380" r:id="rId16"/>
    <p:sldId id="280" r:id="rId17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Montserrat Black" panose="00000A00000000000000" pitchFamily="2" charset="0"/>
      <p:bold r:id="rId23"/>
      <p:italic r:id="rId24"/>
      <p:boldItalic r:id="rId25"/>
    </p:embeddedFont>
    <p:embeddedFont>
      <p:font typeface="Segoe UI" panose="020B0502040204020203" pitchFamily="34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9FA"/>
    <a:srgbClr val="F4F6F8"/>
    <a:srgbClr val="691B31"/>
    <a:srgbClr val="3A3A3A"/>
    <a:srgbClr val="D8AB72"/>
    <a:srgbClr val="B28D5E"/>
    <a:srgbClr val="DBC6A0"/>
    <a:srgbClr val="F6E3C5"/>
    <a:srgbClr val="BC955B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3" d="100"/>
          <a:sy n="123" d="100"/>
        </p:scale>
        <p:origin x="1176" y="330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63358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4481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582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14</a:t>
            </a:r>
            <a:r>
              <a:rPr lang="es-MX" sz="1600" dirty="0">
                <a:solidFill>
                  <a:srgbClr val="D8AB72"/>
                </a:solidFill>
              </a:rPr>
              <a:t> de abril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14:00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78379D8F-E8C5-7EA8-DBB0-B6484BBC9BD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86CB757-E06A-1D22-DA95-47EF1A5488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6558"/>
            <a:ext cx="9144000" cy="4190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651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733E49C1-1D8F-00BE-B848-54AEEE19433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4956CA8-7F91-7EBD-5B3E-1D8EE8D25E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33600"/>
            <a:ext cx="9144000" cy="3076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673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DFC28BF4-D482-2861-AE41-CFF0342FFB9A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negativas y positivas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CB71112-99A9-4D05-A468-6FF0A4C8E9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42" y="1681038"/>
            <a:ext cx="7821116" cy="1781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384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1A10F16-34D0-99BC-C2CE-7357DD481141}"/>
              </a:ext>
            </a:extLst>
          </p:cNvPr>
          <p:cNvSpPr txBox="1"/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D0BCC93-6593-FB39-2E75-B404A08553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2547"/>
            <a:ext cx="9144000" cy="4218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185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93E90D07-3C7A-2759-F2C8-F2BA3705CBD8}"/>
              </a:ext>
            </a:extLst>
          </p:cNvPr>
          <p:cNvSpPr txBox="1"/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91EF8A0-6476-F7AA-AA4B-40223E5F35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3170" y="1108976"/>
            <a:ext cx="4605170" cy="3068423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469E3662-C2F2-F4A8-C17B-9C63D8E3D4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08976"/>
            <a:ext cx="4661155" cy="3068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1653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50DDD7D1-6134-6DD8-BA7B-8FA9C54732C2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3D2507F-6DE4-4857-C0FD-11C8A6B2AA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204" y="947511"/>
            <a:ext cx="8173591" cy="3248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300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3A896FC-8168-8E2C-E4F7-11A96AAB671C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9CA94CB-1F3B-4E94-8CCB-7011C51ED4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4371"/>
            <a:ext cx="9144000" cy="4374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450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B353291-4196-6F89-49A2-45DD731FE5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8548"/>
            <a:ext cx="9144000" cy="3206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3E20-D2E3-C7B6-3681-7F75E49F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D220DED-6E95-D0AE-57E3-7DFB60F03ADD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66F4A53-6CAD-87B3-75D6-9A3C896340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9109"/>
            <a:ext cx="9144000" cy="4445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92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97BD07B-4873-4F0A-D5F0-40AEBF7222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7402"/>
            <a:ext cx="9144000" cy="3488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72ACB73-354B-4E69-710C-AFD21C263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47271"/>
            <a:ext cx="9144000" cy="2648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6903D2B-B628-46FF-5530-8427CCDFD7AB}"/>
              </a:ext>
            </a:extLst>
          </p:cNvPr>
          <p:cNvSpPr txBox="1"/>
          <p:nvPr/>
        </p:nvSpPr>
        <p:spPr>
          <a:xfrm>
            <a:off x="1926166" y="0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108FEF4-FC0A-C059-AFF8-F528A1272F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83589"/>
            <a:ext cx="9144000" cy="2376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8949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F1244-19EC-0EAD-B6B6-7DE5F3AE9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663A989B-13BA-D6AB-C954-BA6B16ED666A}"/>
              </a:ext>
            </a:extLst>
          </p:cNvPr>
          <p:cNvSpPr txBox="1"/>
          <p:nvPr/>
        </p:nvSpPr>
        <p:spPr>
          <a:xfrm>
            <a:off x="1926166" y="0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A89181E-162B-368D-C12A-B8AE4F66B5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8770"/>
            <a:ext cx="9144000" cy="3485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5934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3CD2619-00B8-8B02-6415-81CE05D5337A}"/>
              </a:ext>
            </a:extLst>
          </p:cNvPr>
          <p:cNvSpPr txBox="1"/>
          <p:nvPr/>
        </p:nvSpPr>
        <p:spPr>
          <a:xfrm>
            <a:off x="2249488" y="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b="1" i="0" dirty="0">
                <a:solidFill>
                  <a:srgbClr val="611232"/>
                </a:solidFill>
                <a:effectLst/>
                <a:latin typeface="Segoe UI" panose="020B0502040204020203" pitchFamily="34" charset="0"/>
              </a:rPr>
              <a:t>Información Emitida por Radioescucha</a:t>
            </a:r>
            <a:endParaRPr lang="es-MX" sz="16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DEF15A1-092F-A855-936D-09B3E275AD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6556"/>
            <a:ext cx="9144000" cy="3730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9322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3566</TotalTime>
  <Words>79</Words>
  <Application>Microsoft Office PowerPoint</Application>
  <PresentationFormat>Presentación en pantalla (16:9)</PresentationFormat>
  <Paragraphs>19</Paragraphs>
  <Slides>16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1" baseType="lpstr">
      <vt:lpstr>Segoe UI</vt:lpstr>
      <vt:lpstr>Arial</vt:lpstr>
      <vt:lpstr>Montserrat Black</vt:lpstr>
      <vt:lpstr>Montserrat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338</cp:revision>
  <dcterms:modified xsi:type="dcterms:W3CDTF">2026-04-14T23:45:38Z</dcterms:modified>
</cp:coreProperties>
</file>