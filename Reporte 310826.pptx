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414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371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71407-C47D-552B-05E4-A75AA36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2852E1-BD12-611E-DDFC-64F979C5F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963736E-0897-EEE6-768D-4C6AA2C81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8728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31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AF21E3-33EE-8E44-4B77-22CC490FD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7955"/>
            <a:ext cx="9144000" cy="341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84873E-32C3-C31A-F817-1293095C5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2394"/>
            <a:ext cx="9144000" cy="248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74D03F1-DAC3-12E1-C9CB-79D82D24C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36" y="663458"/>
            <a:ext cx="7855928" cy="395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82BBDA-AF41-7197-0054-F596E2F80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57" y="890353"/>
            <a:ext cx="7954485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C6C1-14F0-D3A2-2AF4-D849FDA7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226D576-4455-25B3-F7AD-941077B57FA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5B0C81-0E23-4381-100C-39CA3B015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03" y="1528607"/>
            <a:ext cx="802116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1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4C111A1-CBB6-05D8-5917-73804379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391"/>
            <a:ext cx="9144000" cy="342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8CD1D8-1B30-C577-801E-67A4B91AC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A84600-2D72-C1AC-C413-23ABA131F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CDA0F1-01DF-68E3-F23D-9E1F5204E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628" y="1376195"/>
            <a:ext cx="4972744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422537-266F-A216-56BC-273BE8A0C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6930"/>
            <a:ext cx="9144000" cy="336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9C365E-3D13-B494-96C2-7F4C7209D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504"/>
            <a:ext cx="9144000" cy="26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847094-423A-07F8-36E2-A8E7F0737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695176"/>
            <a:ext cx="9144000" cy="389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EC2CF6-270F-9EDD-E72E-2F9794ADF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298184"/>
            <a:ext cx="9144000" cy="269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9E026B-7303-1D02-7E55-B3856A5F3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796"/>
            <a:ext cx="9144000" cy="40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D2585A-269D-53C4-5E16-19DA5DE55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9269"/>
            <a:ext cx="9144000" cy="266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4766</TotalTime>
  <Words>81</Words>
  <Application>Microsoft Office PowerPoint</Application>
  <PresentationFormat>Presentación en pantalla (16:9)</PresentationFormat>
  <Paragraphs>20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483</cp:revision>
  <dcterms:modified xsi:type="dcterms:W3CDTF">2026-09-01T01:01:49Z</dcterms:modified>
</cp:coreProperties>
</file>