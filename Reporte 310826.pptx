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414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371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71407-C47D-552B-05E4-A75AA36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F2852E1-BD12-611E-DDFC-64F979C5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963736E-0897-EEE6-768D-4C6AA2C81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68728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31</a:t>
            </a:r>
            <a:r>
              <a:rPr lang="es-MX" sz="1600" dirty="0">
                <a:solidFill>
                  <a:srgbClr val="D8AB72"/>
                </a:solidFill>
              </a:rPr>
              <a:t> de agosto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2AF21E3-33EE-8E44-4B77-22CC490FDA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7955"/>
            <a:ext cx="9144000" cy="3410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84873E-32C3-C31A-F817-1293095C5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2394"/>
            <a:ext cx="9144000" cy="248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74D03F1-DAC3-12E1-C9CB-79D82D24C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36" y="663458"/>
            <a:ext cx="7855928" cy="3959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B82BBDA-AF41-7197-0054-F596E2F808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57" y="890353"/>
            <a:ext cx="7954485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C6C1-14F0-D3A2-2AF4-D849FDA7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0226D576-4455-25B3-F7AD-941077B57FA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A5B0C81-0E23-4381-100C-39CA3B015A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" y="1528607"/>
            <a:ext cx="802116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12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4C111A1-CBB6-05D8-5917-73804379F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2391"/>
            <a:ext cx="9144000" cy="342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B8CD1D8-1B30-C577-801E-67A4B91AC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9A84600-2D72-C1AC-C413-23ABA131F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ECDA0F1-01DF-68E3-F23D-9E1F5204E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628" y="1376195"/>
            <a:ext cx="4972744" cy="23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372A638-5B56-2260-8CA7-F31FCC31B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0492"/>
            <a:ext cx="9144000" cy="3382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AFB01D4-DE8E-57D8-95DA-D4990882C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519"/>
            <a:ext cx="9144000" cy="264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C765A66-9E01-DEDF-A0D1-319F82DD7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8045"/>
            <a:ext cx="9144000" cy="3652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423A15-501D-F394-3C42-12F58A4BA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1389"/>
            <a:ext cx="9144000" cy="266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D40DA3F-74D6-EB97-0F3A-17432A7EC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5583"/>
            <a:ext cx="9144000" cy="387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54575E-9C41-255B-7600-B18EC313E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42" y="1133274"/>
            <a:ext cx="7278116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4764</TotalTime>
  <Words>81</Words>
  <Application>Microsoft Office PowerPoint</Application>
  <PresentationFormat>Presentación en pantalla (16:9)</PresentationFormat>
  <Paragraphs>20</Paragraphs>
  <Slides>17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 Black</vt:lpstr>
      <vt:lpstr>Arial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482</cp:revision>
  <dcterms:modified xsi:type="dcterms:W3CDTF">2026-08-31T15:48:40Z</dcterms:modified>
</cp:coreProperties>
</file>