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28</a:t>
            </a:r>
            <a:r>
              <a:rPr lang="es-MX" sz="1600" dirty="0">
                <a:solidFill>
                  <a:srgbClr val="D8AB72"/>
                </a:solidFill>
              </a:rPr>
              <a:t> de agosto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5387CE0-36AC-6436-E5D9-97B45A76B3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7661"/>
            <a:ext cx="9144000" cy="3411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D632777-3DA5-1A51-90CF-DB5770509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0554"/>
            <a:ext cx="9144000" cy="2485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67A83AD-3DDA-A930-BCB1-37B6479342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BE92E01-3B16-4FEA-6908-2BBA2578D6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6022" y="1233300"/>
            <a:ext cx="5591955" cy="2676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C7B2959-4E0C-270A-832F-26225926A4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8168"/>
            <a:ext cx="9144000" cy="3330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DC8F2316-B30B-B278-1610-ADAB92CFC4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AFF8101C-E278-CFBA-A7B7-498C7961C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809752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A877747-61D4-6947-92BC-FA61CBD24A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3654" y="1581011"/>
            <a:ext cx="5496692" cy="1981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372A638-5B56-2260-8CA7-F31FCC31B5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80492"/>
            <a:ext cx="9144000" cy="3382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AFB01D4-DE8E-57D8-95DA-D4990882C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0519"/>
            <a:ext cx="9144000" cy="2645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C765A66-9E01-DEDF-A0D1-319F82DD7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8045"/>
            <a:ext cx="9144000" cy="3652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0423A15-501D-F394-3C42-12F58A4BA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11389"/>
            <a:ext cx="9144000" cy="2663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D40DA3F-74D6-EB97-0F3A-17432A7EC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5583"/>
            <a:ext cx="9144000" cy="3872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554575E-9C41-255B-7600-B18EC313E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42" y="1133274"/>
            <a:ext cx="7278116" cy="287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4762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</vt:lpstr>
      <vt:lpstr>Arial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481</cp:revision>
  <dcterms:modified xsi:type="dcterms:W3CDTF">2026-08-29T00:23:39Z</dcterms:modified>
</cp:coreProperties>
</file>