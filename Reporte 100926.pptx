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10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4079AE-2793-288D-29BA-F8AECBC3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6822"/>
            <a:ext cx="9144000" cy="343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B7A361-A8FF-1343-6DB0-FF167B1DD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5149"/>
            <a:ext cx="9144000" cy="249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55BFC4-D716-0631-CF2F-E782FDD46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E7D380-020E-DD96-AA4E-30EB6AA5C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41" y="521758"/>
            <a:ext cx="8002117" cy="163852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E4E122-1EDD-25F0-CBAC-7D7488F33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44" y="2529619"/>
            <a:ext cx="7954485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0606B0-0E62-BCFC-626F-DFE29D08B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097"/>
            <a:ext cx="9144000" cy="328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D44CD7-BFBA-3945-D886-3DD38CE7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51" y="204457"/>
            <a:ext cx="8754697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7D531A-48BA-0851-5970-AC82025AF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097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6C3046-624E-2038-EFDE-3B1BF6AEF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866" y="1690564"/>
            <a:ext cx="3172268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B2C5E7-F7BE-8F1B-ED8D-BF52F6FA0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1677"/>
            <a:ext cx="9144000" cy="334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6DA414-45ED-B255-6776-29073A55D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121"/>
            <a:ext cx="9144000" cy="263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7DE8FB-FD52-F2DF-85F7-D6755F290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830441"/>
            <a:ext cx="9144000" cy="362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C4CCE7-E88A-0966-F251-4A07AF5F9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571"/>
            <a:ext cx="9144000" cy="256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1C4A4C-DDF6-407D-CF71-396677BF3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25734"/>
            <a:ext cx="9144000" cy="383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928193-B406-5A0E-30F9-8C44BA6CB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758" y="690290"/>
            <a:ext cx="5058481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4802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495</cp:revision>
  <dcterms:modified xsi:type="dcterms:W3CDTF">2026-09-10T22:49:10Z</dcterms:modified>
</cp:coreProperties>
</file>