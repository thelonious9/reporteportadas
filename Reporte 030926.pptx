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414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03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27B3AD-47A0-3F28-730D-6523DDFF5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6406"/>
            <a:ext cx="9144000" cy="341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FFA59F-00A9-6169-2736-5D9FF4996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5379"/>
            <a:ext cx="9144000" cy="251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0B750D-98CF-D51C-88EB-A96C6DD2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DF6ABB-5FAF-7E89-AA8D-27861B3AA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3" y="1176142"/>
            <a:ext cx="5468113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B97DBC-15CA-170E-C47F-1033C7DE1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7464"/>
            <a:ext cx="9144000" cy="337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98736BA-F19E-540D-3DFA-E4603448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93FFEEF-CF27-3B31-CAEF-E2BE4A08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D45D5D-D2C9-21D1-27F0-74F9B83F3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064" y="1152317"/>
            <a:ext cx="3562847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65631E-D63C-AB46-8B15-A84215D1A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1553"/>
            <a:ext cx="9144000" cy="342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32CE3E-17B5-F4A8-F972-EE96E32CB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7988"/>
            <a:ext cx="9144000" cy="26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D1AEB9-B9CE-B3B4-350C-C203B65A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199"/>
            <a:ext cx="9144000" cy="374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91798E-80A1-91B6-7250-DFB94D002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41261"/>
            <a:ext cx="9144000" cy="260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83AA7A-D4CF-E8EA-B816-ED6E4C291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321"/>
            <a:ext cx="9144000" cy="38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60617DC-89EC-622D-6324-512A9D63E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912"/>
            <a:ext cx="9144000" cy="179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4BB7A-33F4-53F8-05A5-314B8726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C0404B5-4456-F36A-2986-E1E32444A99E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359560-B016-C654-8778-5138EF53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44" y="0"/>
            <a:ext cx="204511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6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4779</TotalTime>
  <Words>79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488</cp:revision>
  <dcterms:modified xsi:type="dcterms:W3CDTF">2026-09-03T16:52:46Z</dcterms:modified>
</cp:coreProperties>
</file>