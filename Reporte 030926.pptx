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03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B27B3AD-47A0-3F28-730D-6523DDFF5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6406"/>
            <a:ext cx="9144000" cy="3413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5FFA59F-00A9-6169-2736-5D9FF49963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15379"/>
            <a:ext cx="9144000" cy="2512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90B750D-98CF-D51C-88EB-A96C6DD27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0DF6ABB-5FAF-7E89-AA8D-27861B3AA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943" y="1176142"/>
            <a:ext cx="5468113" cy="2791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B97DBC-15CA-170E-C47F-1033C7DE1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7464"/>
            <a:ext cx="9144000" cy="3371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98736BA-F19E-540D-3DFA-E4603448F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93FFEEF-CF27-3B31-CAEF-E2BE4A082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D45D5D-D2C9-21D1-27F0-74F9B83F3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064" y="1152317"/>
            <a:ext cx="3562847" cy="298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CE6220A-0D75-4C3D-C78C-8F4CF445B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51827"/>
            <a:ext cx="9144000" cy="3382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A6B752-ABCE-C635-F898-4BCF5993C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3430"/>
            <a:ext cx="9144000" cy="259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0AB2B79-4875-E5D7-6461-EAC08BB62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9451"/>
            <a:ext cx="9144000" cy="314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8F227A-46D0-066F-0B7B-8F51E5B9F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50328"/>
            <a:ext cx="9144000" cy="258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E41BA12-CC96-715F-A0BA-430950D67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1235"/>
            <a:ext cx="9144000" cy="3905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818FD7F-06AC-4CB4-989E-1A0A57C3A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88" y="385477"/>
            <a:ext cx="8496000" cy="475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4780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489</cp:revision>
  <dcterms:modified xsi:type="dcterms:W3CDTF">2026-09-03T23:31:38Z</dcterms:modified>
</cp:coreProperties>
</file>