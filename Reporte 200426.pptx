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5" r:id="rId6"/>
    <p:sldId id="386" r:id="rId7"/>
    <p:sldId id="387" r:id="rId8"/>
    <p:sldId id="281" r:id="rId9"/>
    <p:sldId id="351" r:id="rId10"/>
    <p:sldId id="369" r:id="rId11"/>
    <p:sldId id="361" r:id="rId12"/>
    <p:sldId id="371" r:id="rId13"/>
    <p:sldId id="370" r:id="rId14"/>
    <p:sldId id="384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20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D904AA-AD9B-CF16-1F6E-D27EA85DE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615"/>
            <a:ext cx="9144000" cy="382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8D0EA1-59CD-06CB-4CE0-A669F45DB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932"/>
            <a:ext cx="9144000" cy="275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1EF116-AFE4-4665-BD68-838FB8310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50" y="577862"/>
            <a:ext cx="7878274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BDAF55C-DAE8-3E7E-6EBC-60639641087B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2A4437-8D6F-E5BF-5AC4-2D2951C5B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362"/>
            <a:ext cx="9144000" cy="38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9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C123-7926-9323-AFB4-7EBCBDC2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893876-66CB-FDF2-E19B-5822FC748292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F5DBA4-E291-B526-C07D-B05A32580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000"/>
            <a:ext cx="4552613" cy="33263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18661FD-459C-732D-E39B-41BCD7314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448" y="1008000"/>
            <a:ext cx="4620552" cy="332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9863E4A-98E3-7D3B-E1F2-8750BD9F952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77D6E0-A029-8DE8-F935-422EC734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1700"/>
            <a:ext cx="9144000" cy="16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8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FC0C23-D2C7-062E-32B5-BD787F13F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104"/>
            <a:ext cx="9144000" cy="39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1B2EE4-2E2F-6BCC-D7FC-C950F7B2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306"/>
            <a:ext cx="9144000" cy="292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6933CCC-E0AA-54C7-2D47-41798962F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533"/>
            <a:ext cx="9144000" cy="337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F29362-2278-8698-2BAB-4576BF1A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59"/>
            <a:ext cx="9144000" cy="313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787609-C1A3-4478-D971-7C0CE1F2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051"/>
            <a:ext cx="9144000" cy="21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AAAD96-69C0-A9FF-CAB8-B7779830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833"/>
            <a:ext cx="9144000" cy="214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F6A842-F6A5-8B9A-C8C3-AD9E2106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1854"/>
            <a:ext cx="9144000" cy="21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0935E1-C9B8-CDAC-5624-88FA8FBF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750"/>
            <a:ext cx="9144000" cy="2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Montserrat Black</vt:lpstr>
      <vt:lpstr>Montserrat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344</cp:revision>
  <dcterms:modified xsi:type="dcterms:W3CDTF">2026-04-21T00:30:22Z</dcterms:modified>
</cp:coreProperties>
</file>