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2" r:id="rId1"/>
  </p:sldMasterIdLst>
  <p:notesMasterIdLst>
    <p:notesMasterId r:id="rId18"/>
  </p:notesMasterIdLst>
  <p:sldIdLst>
    <p:sldId id="350" r:id="rId2"/>
    <p:sldId id="365" r:id="rId3"/>
    <p:sldId id="352" r:id="rId4"/>
    <p:sldId id="378" r:id="rId5"/>
    <p:sldId id="385" r:id="rId6"/>
    <p:sldId id="386" r:id="rId7"/>
    <p:sldId id="387" r:id="rId8"/>
    <p:sldId id="281" r:id="rId9"/>
    <p:sldId id="351" r:id="rId10"/>
    <p:sldId id="369" r:id="rId11"/>
    <p:sldId id="361" r:id="rId12"/>
    <p:sldId id="371" r:id="rId13"/>
    <p:sldId id="370" r:id="rId14"/>
    <p:sldId id="384" r:id="rId15"/>
    <p:sldId id="380" r:id="rId16"/>
    <p:sldId id="280" r:id="rId17"/>
  </p:sldIdLst>
  <p:sldSz cx="9144000" cy="5143500" type="screen16x9"/>
  <p:notesSz cx="6858000" cy="9144000"/>
  <p:embeddedFontLst>
    <p:embeddedFont>
      <p:font typeface="Montserrat" panose="00000500000000000000" pitchFamily="2" charset="0"/>
      <p:regular r:id="rId19"/>
      <p:bold r:id="rId20"/>
      <p:italic r:id="rId21"/>
      <p:boldItalic r:id="rId22"/>
    </p:embeddedFont>
    <p:embeddedFont>
      <p:font typeface="Montserrat Black" panose="00000A00000000000000" pitchFamily="2" charset="0"/>
      <p:bold r:id="rId23"/>
      <p:italic r:id="rId24"/>
      <p:boldItalic r:id="rId25"/>
    </p:embeddedFont>
    <p:embeddedFont>
      <p:font typeface="Segoe UI" panose="020B0502040204020203" pitchFamily="34" charset="0"/>
      <p:regular r:id="rId26"/>
      <p:bold r:id="rId27"/>
      <p:italic r:id="rId28"/>
      <p:boldItalic r:id="rId29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65" userDrawn="1">
          <p15:clr>
            <a:srgbClr val="A4A3A4"/>
          </p15:clr>
        </p15:guide>
        <p15:guide id="2" pos="2857" userDrawn="1">
          <p15:clr>
            <a:srgbClr val="A4A3A4"/>
          </p15:clr>
        </p15:guide>
      </p15:sld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FAD30198-60FD-D96C-7EFF-04ABEB9B0931}" name="Usuario invitado" initials="Ui" userId="Usuario invitado" providerId="Windows Live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8F9FA"/>
    <a:srgbClr val="F4F6F8"/>
    <a:srgbClr val="691B31"/>
    <a:srgbClr val="3A3A3A"/>
    <a:srgbClr val="D8AB72"/>
    <a:srgbClr val="B28D5E"/>
    <a:srgbClr val="DBC6A0"/>
    <a:srgbClr val="F6E3C5"/>
    <a:srgbClr val="BC955B"/>
    <a:srgbClr val="EEEEE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31682E8D-AFAE-4055-8BED-796683ABB225}">
  <a:tblStyle styleId="{31682E8D-AFAE-4055-8BED-796683ABB225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33" d="100"/>
          <a:sy n="133" d="100"/>
        </p:scale>
        <p:origin x="906" y="120"/>
      </p:cViewPr>
      <p:guideLst>
        <p:guide orient="horz" pos="1665"/>
        <p:guide pos="2857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26" Type="http://schemas.openxmlformats.org/officeDocument/2006/relationships/font" Target="fonts/font8.fntdata"/><Relationship Id="rId3" Type="http://schemas.openxmlformats.org/officeDocument/2006/relationships/slide" Target="slides/slide2.xml"/><Relationship Id="rId21" Type="http://schemas.openxmlformats.org/officeDocument/2006/relationships/font" Target="fonts/font3.fntdata"/><Relationship Id="rId34" Type="http://schemas.microsoft.com/office/2018/10/relationships/authors" Target="author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7.fntdata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2.fntdata"/><Relationship Id="rId29" Type="http://schemas.openxmlformats.org/officeDocument/2006/relationships/font" Target="fonts/font11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6.fntdata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5.fntdata"/><Relationship Id="rId28" Type="http://schemas.openxmlformats.org/officeDocument/2006/relationships/font" Target="fonts/font10.fntdata"/><Relationship Id="rId10" Type="http://schemas.openxmlformats.org/officeDocument/2006/relationships/slide" Target="slides/slide9.xml"/><Relationship Id="rId19" Type="http://schemas.openxmlformats.org/officeDocument/2006/relationships/font" Target="fonts/font1.fntdata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4.fntdata"/><Relationship Id="rId27" Type="http://schemas.openxmlformats.org/officeDocument/2006/relationships/font" Target="fonts/font9.fntdata"/><Relationship Id="rId30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221647252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156335829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14864f70b6d_0_5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" name="Google Shape;107;g14864f70b6d_0_5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32448195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1_Section header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Google Shape;12;p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1264"/>
            <a:ext cx="9143999" cy="5142236"/>
          </a:xfrm>
          <a:prstGeom prst="rect">
            <a:avLst/>
          </a:prstGeom>
          <a:noFill/>
          <a:ln>
            <a:noFill/>
          </a:ln>
        </p:spPr>
      </p:pic>
      <p:sp>
        <p:nvSpPr>
          <p:cNvPr id="13" name="Google Shape;13;p3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647" cy="393801"/>
          </a:xfrm>
          <a:prstGeom prst="rect">
            <a:avLst/>
          </a:prstGeom>
        </p:spPr>
        <p:txBody>
          <a:bodyPr spcFirstLastPara="1" wrap="square" lIns="159150" tIns="159150" rIns="159150" bIns="159150" anchor="t" anchorCtr="0">
            <a:normAutofit/>
          </a:bodyPr>
          <a:lstStyle>
            <a:lvl1pPr lvl="0">
              <a:buNone/>
              <a:defRPr sz="1074"/>
            </a:lvl1pPr>
            <a:lvl2pPr lvl="1">
              <a:buNone/>
              <a:defRPr sz="1074"/>
            </a:lvl2pPr>
            <a:lvl3pPr lvl="2">
              <a:buNone/>
              <a:defRPr sz="1074"/>
            </a:lvl3pPr>
            <a:lvl4pPr lvl="3">
              <a:buNone/>
              <a:defRPr sz="1074"/>
            </a:lvl4pPr>
            <a:lvl5pPr lvl="4">
              <a:buNone/>
              <a:defRPr sz="1074"/>
            </a:lvl5pPr>
            <a:lvl6pPr lvl="5">
              <a:buNone/>
              <a:defRPr sz="1074"/>
            </a:lvl6pPr>
            <a:lvl7pPr lvl="6">
              <a:buNone/>
              <a:defRPr sz="1074"/>
            </a:lvl7pPr>
            <a:lvl8pPr lvl="7">
              <a:buNone/>
              <a:defRPr sz="1074"/>
            </a:lvl8pPr>
            <a:lvl9pPr lvl="8">
              <a:buNone/>
              <a:defRPr sz="1074"/>
            </a:lvl9pPr>
          </a:lstStyle>
          <a:p>
            <a:fld id="{00000000-1234-1234-1234-123412341234}" type="slidenum">
              <a:rPr lang="es-419" smtClean="0"/>
              <a:pPr/>
              <a:t>‹Nº›</a:t>
            </a:fld>
            <a:endParaRPr lang="es-419"/>
          </a:p>
        </p:txBody>
      </p:sp>
    </p:spTree>
    <p:extLst>
      <p:ext uri="{BB962C8B-B14F-4D97-AF65-F5344CB8AC3E}">
        <p14:creationId xmlns:p14="http://schemas.microsoft.com/office/powerpoint/2010/main" val="144576915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73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número de diapositiva 1">
            <a:extLst>
              <a:ext uri="{FF2B5EF4-FFF2-40B4-BE49-F238E27FC236}">
                <a16:creationId xmlns:a16="http://schemas.microsoft.com/office/drawing/2014/main" id="{EB63C1ED-1A4B-E4D8-BBCB-DD9BCB7C36BC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>
            <a:normAutofit fontScale="55000" lnSpcReduction="20000"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fld id="{00000000-1234-1234-1234-123412341234}" type="slidenum">
              <a:rPr kumimoji="0" lang="es-419" sz="1074" b="0" i="0" u="none" strike="noStrike" kern="0" cap="none" spc="0" normalizeH="0" baseline="0" noProof="0" smtClean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t>1</a:t>
            </a:fld>
            <a:endParaRPr kumimoji="0" lang="es-419" sz="1074" b="0" i="0" u="none" strike="noStrike" kern="0" cap="none" spc="0" normalizeH="0" baseline="0" noProof="0" dirty="0">
              <a:ln>
                <a:noFill/>
              </a:ln>
              <a:solidFill>
                <a:srgbClr val="595959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4" name="Google Shape;101;p27">
            <a:extLst>
              <a:ext uri="{FF2B5EF4-FFF2-40B4-BE49-F238E27FC236}">
                <a16:creationId xmlns:a16="http://schemas.microsoft.com/office/drawing/2014/main" id="{18C1BF8B-A9D3-CA16-8B39-9E27229A586D}"/>
              </a:ext>
            </a:extLst>
          </p:cNvPr>
          <p:cNvSpPr txBox="1"/>
          <p:nvPr/>
        </p:nvSpPr>
        <p:spPr>
          <a:xfrm>
            <a:off x="542235" y="2200528"/>
            <a:ext cx="8059529" cy="6301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1425" tIns="51425" rIns="51425" bIns="51425" anchor="t" anchorCtr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s-MX" sz="2400" b="0" i="0" u="none" strike="noStrike" kern="0" cap="none" spc="0" normalizeH="0" baseline="0" noProof="0" dirty="0">
                <a:ln>
                  <a:noFill/>
                </a:ln>
                <a:solidFill>
                  <a:srgbClr val="691B31"/>
                </a:solidFill>
                <a:effectLst/>
                <a:uLnTx/>
                <a:uFillTx/>
                <a:latin typeface="Montserrat Black"/>
                <a:ea typeface="Montserrat Black"/>
                <a:cs typeface="Montserrat Black"/>
                <a:sym typeface="Montserrat Black"/>
              </a:rPr>
              <a:t>Reporte impresos,  radio y tv local. </a:t>
            </a:r>
          </a:p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s-MX" sz="1400" b="1" i="0" u="none" strike="noStrike" kern="0" cap="none" spc="0" normalizeH="0" baseline="0" noProof="0" dirty="0">
                <a:ln>
                  <a:noFill/>
                </a:ln>
                <a:solidFill>
                  <a:srgbClr val="D8AB72"/>
                </a:solidFill>
                <a:effectLst/>
                <a:uLnTx/>
                <a:uFillTx/>
                <a:latin typeface="Montserrat"/>
                <a:ea typeface="Montserrat"/>
                <a:cs typeface="Montserrat"/>
                <a:sym typeface="Montserrat"/>
              </a:rPr>
              <a:t>Gobernador, secretarías y dependencias</a:t>
            </a:r>
            <a:endParaRPr kumimoji="0" lang="es-MX" sz="2000" b="1" i="0" u="none" strike="noStrike" kern="0" cap="none" spc="0" normalizeH="0" baseline="0" noProof="0" dirty="0">
              <a:ln>
                <a:noFill/>
              </a:ln>
              <a:solidFill>
                <a:srgbClr val="D8AB72"/>
              </a:solidFill>
              <a:effectLst/>
              <a:uLnTx/>
              <a:uFillTx/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10" name="Imagen 9">
            <a:extLst>
              <a:ext uri="{FF2B5EF4-FFF2-40B4-BE49-F238E27FC236}">
                <a16:creationId xmlns:a16="http://schemas.microsoft.com/office/drawing/2014/main" id="{F8F99902-E806-65F7-B1B2-5BFEE3D7648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89408" y="598169"/>
            <a:ext cx="2724918" cy="1203962"/>
          </a:xfrm>
          <a:prstGeom prst="rect">
            <a:avLst/>
          </a:prstGeom>
        </p:spPr>
      </p:pic>
      <p:sp>
        <p:nvSpPr>
          <p:cNvPr id="3" name="CuadroTexto 2">
            <a:extLst>
              <a:ext uri="{FF2B5EF4-FFF2-40B4-BE49-F238E27FC236}">
                <a16:creationId xmlns:a16="http://schemas.microsoft.com/office/drawing/2014/main" id="{3A420959-05AA-86D7-CF62-D891272906E0}"/>
              </a:ext>
            </a:extLst>
          </p:cNvPr>
          <p:cNvSpPr txBox="1"/>
          <p:nvPr/>
        </p:nvSpPr>
        <p:spPr>
          <a:xfrm>
            <a:off x="4171949" y="3858202"/>
            <a:ext cx="4384835" cy="5470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1425" tIns="51425" rIns="51425" bIns="51425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indent="0" algn="ctr">
              <a:lnSpc>
                <a:spcPct val="90000"/>
              </a:lnSpc>
              <a:buNone/>
              <a:defRPr sz="3800">
                <a:solidFill>
                  <a:srgbClr val="691B31"/>
                </a:solidFill>
                <a:latin typeface="Montserrat Black"/>
                <a:ea typeface="Montserrat Black"/>
                <a:cs typeface="Montserrat Black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s-MX" sz="1600" b="0" i="0" u="none" strike="noStrike" kern="0" cap="none" spc="0" normalizeH="0" baseline="0" noProof="0" dirty="0">
                <a:ln>
                  <a:noFill/>
                </a:ln>
                <a:solidFill>
                  <a:srgbClr val="D8AB72"/>
                </a:solidFill>
                <a:effectLst/>
                <a:uLnTx/>
                <a:uFillTx/>
                <a:latin typeface="Montserrat Black"/>
                <a:sym typeface="Arial"/>
              </a:rPr>
              <a:t>Elaborado: 21</a:t>
            </a:r>
            <a:r>
              <a:rPr lang="es-MX" sz="1600" dirty="0">
                <a:solidFill>
                  <a:srgbClr val="D8AB72"/>
                </a:solidFill>
              </a:rPr>
              <a:t> de abril</a:t>
            </a: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s-MX" sz="1600" b="0" i="0" u="none" strike="noStrike" kern="0" cap="none" spc="0" normalizeH="0" baseline="0" noProof="0" dirty="0">
                <a:ln>
                  <a:noFill/>
                </a:ln>
                <a:solidFill>
                  <a:srgbClr val="D8AB72"/>
                </a:solidFill>
                <a:effectLst/>
                <a:uLnTx/>
                <a:uFillTx/>
                <a:latin typeface="Montserrat Black"/>
                <a:sym typeface="Arial"/>
              </a:rPr>
              <a:t>14:00</a:t>
            </a:r>
          </a:p>
        </p:txBody>
      </p:sp>
    </p:spTree>
    <p:extLst>
      <p:ext uri="{BB962C8B-B14F-4D97-AF65-F5344CB8AC3E}">
        <p14:creationId xmlns:p14="http://schemas.microsoft.com/office/powerpoint/2010/main" val="97146213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uadroTexto 7">
            <a:extLst>
              <a:ext uri="{FF2B5EF4-FFF2-40B4-BE49-F238E27FC236}">
                <a16:creationId xmlns:a16="http://schemas.microsoft.com/office/drawing/2014/main" id="{78379D8F-E8C5-7EA8-DBB0-B6484BBC9BDB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828800" y="0"/>
            <a:ext cx="5486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2800" b="1" dirty="0">
                <a:latin typeface="Montserrat" pitchFamily="2" charset="0"/>
              </a:rPr>
              <a:t>Gobierno del estado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63B1C4EA-6F27-4C4B-89A1-F3A9EA496A7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4763"/>
            <a:ext cx="9144000" cy="42339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665155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CuadroTexto 13">
            <a:extLst>
              <a:ext uri="{FF2B5EF4-FFF2-40B4-BE49-F238E27FC236}">
                <a16:creationId xmlns:a16="http://schemas.microsoft.com/office/drawing/2014/main" id="{733E49C1-1D8F-00BE-B848-54AEEE194337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828800" y="0"/>
            <a:ext cx="5486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2800" b="1" dirty="0">
                <a:latin typeface="Montserrat" pitchFamily="2" charset="0"/>
              </a:rPr>
              <a:t>Gobierno del estado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6F15D977-D3ED-E4D8-E562-260C359E200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037023"/>
            <a:ext cx="9144000" cy="30694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467351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uadroTexto 6">
            <a:extLst>
              <a:ext uri="{FF2B5EF4-FFF2-40B4-BE49-F238E27FC236}">
                <a16:creationId xmlns:a16="http://schemas.microsoft.com/office/drawing/2014/main" id="{DFC28BF4-D482-2861-AE41-CFF0342FFB9A}"/>
              </a:ext>
            </a:extLst>
          </p:cNvPr>
          <p:cNvSpPr txBox="1"/>
          <p:nvPr/>
        </p:nvSpPr>
        <p:spPr>
          <a:xfrm>
            <a:off x="908175" y="152426"/>
            <a:ext cx="725462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s-MX" sz="1800" b="1" i="0" dirty="0">
                <a:solidFill>
                  <a:srgbClr val="000000"/>
                </a:solidFill>
                <a:effectLst/>
                <a:latin typeface="Montserrat" pitchFamily="2" charset="0"/>
              </a:rPr>
              <a:t>Detalle de Notas negativas y positivas en primeras planas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7A32BB05-8AF0-CAF8-D22E-BD7015A421E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3336" y="852247"/>
            <a:ext cx="7897327" cy="34390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038450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uadroTexto 3">
            <a:extLst>
              <a:ext uri="{FF2B5EF4-FFF2-40B4-BE49-F238E27FC236}">
                <a16:creationId xmlns:a16="http://schemas.microsoft.com/office/drawing/2014/main" id="{1BDAF55C-DAE8-3E7E-6EBC-60639641087B}"/>
              </a:ext>
            </a:extLst>
          </p:cNvPr>
          <p:cNvSpPr txBox="1"/>
          <p:nvPr/>
        </p:nvSpPr>
        <p:spPr>
          <a:xfrm>
            <a:off x="1828800" y="0"/>
            <a:ext cx="5486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2800" b="1" dirty="0">
                <a:latin typeface="Montserrat" pitchFamily="2" charset="0"/>
              </a:rPr>
              <a:t>Gobernador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BED12CED-9E96-912C-ACB4-047B136A6D8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46041"/>
            <a:ext cx="9144000" cy="42514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429941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7CC123-7926-9323-AFB4-7EBCBDC285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uadroTexto 3">
            <a:extLst>
              <a:ext uri="{FF2B5EF4-FFF2-40B4-BE49-F238E27FC236}">
                <a16:creationId xmlns:a16="http://schemas.microsoft.com/office/drawing/2014/main" id="{80893876-66CB-FDF2-E19B-5822FC748292}"/>
              </a:ext>
            </a:extLst>
          </p:cNvPr>
          <p:cNvSpPr txBox="1"/>
          <p:nvPr/>
        </p:nvSpPr>
        <p:spPr>
          <a:xfrm>
            <a:off x="1828800" y="0"/>
            <a:ext cx="5486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2800" b="1" dirty="0">
                <a:latin typeface="Montserrat" pitchFamily="2" charset="0"/>
              </a:rPr>
              <a:t>Gobernador</a:t>
            </a: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D95640BD-E61D-E525-B518-6ACDF1D3324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779" y="1111868"/>
            <a:ext cx="4551221" cy="3044063"/>
          </a:xfrm>
          <a:prstGeom prst="rect">
            <a:avLst/>
          </a:prstGeom>
        </p:spPr>
      </p:pic>
      <p:pic>
        <p:nvPicPr>
          <p:cNvPr id="8" name="Imagen 7">
            <a:extLst>
              <a:ext uri="{FF2B5EF4-FFF2-40B4-BE49-F238E27FC236}">
                <a16:creationId xmlns:a16="http://schemas.microsoft.com/office/drawing/2014/main" id="{495D6894-5F85-22C7-126D-2A0E6A3F3B4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35488" y="1111868"/>
            <a:ext cx="4596472" cy="30626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9086929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uadroTexto 3">
            <a:extLst>
              <a:ext uri="{FF2B5EF4-FFF2-40B4-BE49-F238E27FC236}">
                <a16:creationId xmlns:a16="http://schemas.microsoft.com/office/drawing/2014/main" id="{09863E4A-98E3-7D3B-E1F2-8750BD9F952E}"/>
              </a:ext>
            </a:extLst>
          </p:cNvPr>
          <p:cNvSpPr txBox="1"/>
          <p:nvPr/>
        </p:nvSpPr>
        <p:spPr>
          <a:xfrm>
            <a:off x="908175" y="152426"/>
            <a:ext cx="725462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s-MX" sz="1800" b="1" i="0" dirty="0">
                <a:solidFill>
                  <a:srgbClr val="000000"/>
                </a:solidFill>
                <a:effectLst/>
                <a:latin typeface="Montserrat" pitchFamily="2" charset="0"/>
              </a:rPr>
              <a:t>Detalle de Notas negativas y positivas en primeras planas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23456E0D-A738-CD8C-503D-D836D982B2F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1389" y="1109458"/>
            <a:ext cx="8221222" cy="29245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478699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A"/>
        </a:solidFill>
        <a:effectLst/>
      </p:bgPr>
    </p:bg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63A896FC-8168-8E2C-E4F7-11A96AAB671C}"/>
              </a:ext>
            </a:extLst>
          </p:cNvPr>
          <p:cNvSpPr txBox="1"/>
          <p:nvPr/>
        </p:nvSpPr>
        <p:spPr>
          <a:xfrm>
            <a:off x="1183340" y="0"/>
            <a:ext cx="67638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1800" b="1" dirty="0">
                <a:latin typeface="Montserrat" panose="00000500000000000000" pitchFamily="2" charset="0"/>
              </a:rPr>
              <a:t>Información de gobierno en radiodifusoras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BEFC0C23-D2C7-062E-32B5-BD787F13FEE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601104"/>
            <a:ext cx="9144000" cy="39412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945048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adroTexto 4">
            <a:extLst>
              <a:ext uri="{FF2B5EF4-FFF2-40B4-BE49-F238E27FC236}">
                <a16:creationId xmlns:a16="http://schemas.microsoft.com/office/drawing/2014/main" id="{1430F0AF-D0FD-1C68-F7C4-D9E93764E31F}"/>
              </a:ext>
            </a:extLst>
          </p:cNvPr>
          <p:cNvSpPr txBox="1"/>
          <p:nvPr/>
        </p:nvSpPr>
        <p:spPr>
          <a:xfrm>
            <a:off x="1183340" y="0"/>
            <a:ext cx="67638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1800" b="1" dirty="0">
                <a:latin typeface="Montserrat" panose="00000500000000000000" pitchFamily="2" charset="0"/>
              </a:rPr>
              <a:t>Información de gobierno en radiodifusoras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4A1B2EE4-2E2F-6BCC-D7FC-C950F7B27EF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108306"/>
            <a:ext cx="9144000" cy="29268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026920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953E20-D2E3-C7B6-3681-7F75E49F37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adroTexto 4">
            <a:extLst>
              <a:ext uri="{FF2B5EF4-FFF2-40B4-BE49-F238E27FC236}">
                <a16:creationId xmlns:a16="http://schemas.microsoft.com/office/drawing/2014/main" id="{2D220DED-6E95-D0AE-57E3-7DFB60F03ADD}"/>
              </a:ext>
            </a:extLst>
          </p:cNvPr>
          <p:cNvSpPr txBox="1"/>
          <p:nvPr/>
        </p:nvSpPr>
        <p:spPr>
          <a:xfrm>
            <a:off x="1183340" y="0"/>
            <a:ext cx="67638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1800" b="1" dirty="0">
                <a:latin typeface="Montserrat" panose="00000500000000000000" pitchFamily="2" charset="0"/>
              </a:rPr>
              <a:t>Información de gobierno en radiodifusoras</a:t>
            </a:r>
          </a:p>
        </p:txBody>
      </p:sp>
      <p:pic>
        <p:nvPicPr>
          <p:cNvPr id="11" name="Imagen 10">
            <a:extLst>
              <a:ext uri="{FF2B5EF4-FFF2-40B4-BE49-F238E27FC236}">
                <a16:creationId xmlns:a16="http://schemas.microsoft.com/office/drawing/2014/main" id="{E6933CCC-E0AA-54C7-2D47-41798962FE1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86533"/>
            <a:ext cx="9144000" cy="33704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491929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E270743E-55A0-8447-939B-33D92F1087F2}"/>
              </a:ext>
            </a:extLst>
          </p:cNvPr>
          <p:cNvSpPr txBox="1"/>
          <p:nvPr/>
        </p:nvSpPr>
        <p:spPr>
          <a:xfrm>
            <a:off x="1183340" y="0"/>
            <a:ext cx="67638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1800" b="1" dirty="0">
                <a:latin typeface="Montserrat" panose="00000500000000000000" pitchFamily="2" charset="0"/>
              </a:rPr>
              <a:t>Información de gobierno en radiodifusoras</a:t>
            </a: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6AF29362-2278-8698-2BAB-4576BF1A603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005859"/>
            <a:ext cx="9144000" cy="31317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722847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uadroTexto 5">
            <a:extLst>
              <a:ext uri="{FF2B5EF4-FFF2-40B4-BE49-F238E27FC236}">
                <a16:creationId xmlns:a16="http://schemas.microsoft.com/office/drawing/2014/main" id="{CE4F37E4-6BA2-F83F-177F-21C522FF978A}"/>
              </a:ext>
            </a:extLst>
          </p:cNvPr>
          <p:cNvSpPr txBox="1"/>
          <p:nvPr/>
        </p:nvSpPr>
        <p:spPr>
          <a:xfrm>
            <a:off x="1926166" y="88135"/>
            <a:ext cx="529166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b="1" dirty="0">
                <a:latin typeface="Montserrat" pitchFamily="2" charset="0"/>
              </a:rPr>
              <a:t>Temas de gobierno por radiodifusora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CB787609-C1A3-4478-D971-7C0CE1F2169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576051"/>
            <a:ext cx="9144000" cy="21342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294626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uadroTexto 7">
            <a:extLst>
              <a:ext uri="{FF2B5EF4-FFF2-40B4-BE49-F238E27FC236}">
                <a16:creationId xmlns:a16="http://schemas.microsoft.com/office/drawing/2014/main" id="{F6903D2B-B628-46FF-5530-8427CCDFD7AB}"/>
              </a:ext>
            </a:extLst>
          </p:cNvPr>
          <p:cNvSpPr txBox="1"/>
          <p:nvPr/>
        </p:nvSpPr>
        <p:spPr>
          <a:xfrm>
            <a:off x="1926166" y="0"/>
            <a:ext cx="529166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b="1" dirty="0">
                <a:latin typeface="Montserrat" pitchFamily="2" charset="0"/>
              </a:rPr>
              <a:t>Temas de gobierno por radiodifusora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4CAAAD96-69C0-A9FF-CAB8-B7779830759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498833"/>
            <a:ext cx="9144000" cy="21458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689498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1F1244-19EC-0EAD-B6B6-7DE5F3AE9E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uadroTexto 7">
            <a:extLst>
              <a:ext uri="{FF2B5EF4-FFF2-40B4-BE49-F238E27FC236}">
                <a16:creationId xmlns:a16="http://schemas.microsoft.com/office/drawing/2014/main" id="{663A989B-13BA-D6AB-C954-BA6B16ED666A}"/>
              </a:ext>
            </a:extLst>
          </p:cNvPr>
          <p:cNvSpPr txBox="1"/>
          <p:nvPr/>
        </p:nvSpPr>
        <p:spPr>
          <a:xfrm>
            <a:off x="1926166" y="0"/>
            <a:ext cx="529166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b="1" dirty="0">
                <a:latin typeface="Montserrat" pitchFamily="2" charset="0"/>
              </a:rPr>
              <a:t>Temas de gobierno por radiodifusora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31F6A842-F6A5-8B9A-C8C3-AD9E21067A1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481854"/>
            <a:ext cx="9144000" cy="21797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059340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adroTexto 4">
            <a:extLst>
              <a:ext uri="{FF2B5EF4-FFF2-40B4-BE49-F238E27FC236}">
                <a16:creationId xmlns:a16="http://schemas.microsoft.com/office/drawing/2014/main" id="{23CD2619-00B8-8B02-6415-81CE05D5337A}"/>
              </a:ext>
            </a:extLst>
          </p:cNvPr>
          <p:cNvSpPr txBox="1"/>
          <p:nvPr/>
        </p:nvSpPr>
        <p:spPr>
          <a:xfrm>
            <a:off x="2249488" y="0"/>
            <a:ext cx="45720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MX" sz="1600" b="1" i="0" dirty="0">
                <a:solidFill>
                  <a:srgbClr val="611232"/>
                </a:solidFill>
                <a:effectLst/>
                <a:latin typeface="Segoe UI" panose="020B0502040204020203" pitchFamily="34" charset="0"/>
              </a:rPr>
              <a:t>Información Emitida por Radioescucha</a:t>
            </a:r>
            <a:endParaRPr lang="es-MX" sz="1600" dirty="0"/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950935E1-C9B8-CDAC-5624-88FA8FBF5BB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296750"/>
            <a:ext cx="9144000" cy="255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5293220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>
            <a:extLst>
              <a:ext uri="{FF2B5EF4-FFF2-40B4-BE49-F238E27FC236}">
                <a16:creationId xmlns:a16="http://schemas.microsoft.com/office/drawing/2014/main" id="{9BA4FDF3-73D0-20C6-94F5-7E9F2481C03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41106" y="1453514"/>
            <a:ext cx="5061788" cy="22364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7362456"/>
      </p:ext>
    </p:extLst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3643</TotalTime>
  <Words>85</Words>
  <Application>Microsoft Office PowerPoint</Application>
  <PresentationFormat>Presentación en pantalla (16:9)</PresentationFormat>
  <Paragraphs>19</Paragraphs>
  <Slides>16</Slides>
  <Notes>2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16</vt:i4>
      </vt:variant>
    </vt:vector>
  </HeadingPairs>
  <TitlesOfParts>
    <vt:vector size="21" baseType="lpstr">
      <vt:lpstr>Segoe UI</vt:lpstr>
      <vt:lpstr>Arial</vt:lpstr>
      <vt:lpstr>Montserrat</vt:lpstr>
      <vt:lpstr>Montserrat Black</vt:lpstr>
      <vt:lpstr>Simple Light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Francisco Villeda</dc:creator>
  <cp:lastModifiedBy>Francisco Villeda Velazquez</cp:lastModifiedBy>
  <cp:revision>345</cp:revision>
  <dcterms:modified xsi:type="dcterms:W3CDTF">2026-04-21T15:16:02Z</dcterms:modified>
</cp:coreProperties>
</file>