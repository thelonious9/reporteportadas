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20"/>
  </p:notesMasterIdLst>
  <p:sldIdLst>
    <p:sldId id="350" r:id="rId2"/>
    <p:sldId id="404" r:id="rId3"/>
    <p:sldId id="408" r:id="rId4"/>
    <p:sldId id="405" r:id="rId5"/>
    <p:sldId id="406" r:id="rId6"/>
    <p:sldId id="418" r:id="rId7"/>
    <p:sldId id="394" r:id="rId8"/>
    <p:sldId id="395" r:id="rId9"/>
    <p:sldId id="396" r:id="rId10"/>
    <p:sldId id="403" r:id="rId11"/>
    <p:sldId id="388" r:id="rId12"/>
    <p:sldId id="351" r:id="rId13"/>
    <p:sldId id="361" r:id="rId14"/>
    <p:sldId id="412" r:id="rId15"/>
    <p:sldId id="371" r:id="rId16"/>
    <p:sldId id="417" r:id="rId17"/>
    <p:sldId id="413" r:id="rId18"/>
    <p:sldId id="280" r:id="rId19"/>
  </p:sldIdLst>
  <p:sldSz cx="9144000" cy="5143500" type="screen16x9"/>
  <p:notesSz cx="6858000" cy="9144000"/>
  <p:embeddedFontLst>
    <p:embeddedFont>
      <p:font typeface="Montserrat" panose="00000500000000000000" pitchFamily="2" charset="0"/>
      <p:regular r:id="rId21"/>
      <p:bold r:id="rId22"/>
      <p:italic r:id="rId23"/>
      <p:boldItalic r:id="rId24"/>
    </p:embeddedFont>
    <p:embeddedFont>
      <p:font typeface="Montserrat Black" panose="00000A00000000000000" pitchFamily="2" charset="0"/>
      <p:bold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65" userDrawn="1">
          <p15:clr>
            <a:srgbClr val="A4A3A4"/>
          </p15:clr>
        </p15:guide>
        <p15:guide id="2" pos="2857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AD30198-60FD-D96C-7EFF-04ABEB9B0931}" name="Usuario invitado" initials="Ui" userId="Usuario invitado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AFAFA"/>
    <a:srgbClr val="F8F9FA"/>
    <a:srgbClr val="F4F6F8"/>
    <a:srgbClr val="691B31"/>
    <a:srgbClr val="3A3A3A"/>
    <a:srgbClr val="D8AB72"/>
    <a:srgbClr val="B28D5E"/>
    <a:srgbClr val="DBC6A0"/>
    <a:srgbClr val="F6E3C5"/>
    <a:srgbClr val="BC95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1682E8D-AFAE-4055-8BED-796683ABB225}">
  <a:tblStyle styleId="{31682E8D-AFAE-4055-8BED-796683ABB22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303" autoAdjust="0"/>
  </p:normalViewPr>
  <p:slideViewPr>
    <p:cSldViewPr snapToGrid="0">
      <p:cViewPr varScale="1">
        <p:scale>
          <a:sx n="133" d="100"/>
          <a:sy n="133" d="100"/>
        </p:scale>
        <p:origin x="906" y="114"/>
      </p:cViewPr>
      <p:guideLst>
        <p:guide orient="horz" pos="1665"/>
        <p:guide pos="2857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8/10/relationships/authors" Target="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2164725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7A4109-DE7B-A0CB-8032-9B5DA2AED1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92C87AE-6D7F-CE0F-E0C6-D0C8BCD2EE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6045741-295A-AAE3-0DFE-431661A272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013921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D08BC3-87FB-F571-9453-91315B27F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D6310CCB-9BA8-CACF-122A-2E5698054E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AE902B6-DBD4-2D27-E9AE-C2BB9100C5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482889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E6519B-A5BA-683F-3102-86EC1ED2AE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7198EAA-93A3-ABCB-5EF2-9AAC7563C7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778500B-3B7A-CCDD-313A-A5F5F56747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5745556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0D56B5-8E3D-156D-794A-66412674B1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12DD771-8785-1B74-5266-3056F738CC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DBEC6D9-9EE0-0A69-9D44-7F32576317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6678113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B6EFC6-BD0D-E957-DA3B-E452429CF4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9D4C07A2-3A66-A51B-91E4-B930F3ED1D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FAC49ADD-CE59-ADCA-64AA-AFDE04977F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492753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7567EE-3B4E-8C48-2AAD-0C70B0A7F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8F77A78B-931E-E4C0-06DD-65C39828E9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45FACC4-33AE-75CC-0129-66D11BC3A3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003483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>
          <a:extLst>
            <a:ext uri="{FF2B5EF4-FFF2-40B4-BE49-F238E27FC236}">
              <a16:creationId xmlns:a16="http://schemas.microsoft.com/office/drawing/2014/main" id="{F25F0AE0-550E-E139-0EAA-601DDCDE3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4864f70b6d_0_51:notes">
            <a:extLst>
              <a:ext uri="{FF2B5EF4-FFF2-40B4-BE49-F238E27FC236}">
                <a16:creationId xmlns:a16="http://schemas.microsoft.com/office/drawing/2014/main" id="{CC41C0BC-CB49-17D9-FE89-62E8BEDFE0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14864f70b6d_0_51:notes">
            <a:extLst>
              <a:ext uri="{FF2B5EF4-FFF2-40B4-BE49-F238E27FC236}">
                <a16:creationId xmlns:a16="http://schemas.microsoft.com/office/drawing/2014/main" id="{0F552A97-0F1D-AD78-E939-C9840F5EB6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631123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1_Section 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1264"/>
            <a:ext cx="9143999" cy="5142236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647" cy="393801"/>
          </a:xfrm>
          <a:prstGeom prst="rect">
            <a:avLst/>
          </a:prstGeom>
        </p:spPr>
        <p:txBody>
          <a:bodyPr spcFirstLastPara="1" wrap="square" lIns="159150" tIns="159150" rIns="159150" bIns="159150" anchor="t" anchorCtr="0">
            <a:normAutofit/>
          </a:bodyPr>
          <a:lstStyle>
            <a:lvl1pPr lvl="0">
              <a:buNone/>
              <a:defRPr sz="1074"/>
            </a:lvl1pPr>
            <a:lvl2pPr lvl="1">
              <a:buNone/>
              <a:defRPr sz="1074"/>
            </a:lvl2pPr>
            <a:lvl3pPr lvl="2">
              <a:buNone/>
              <a:defRPr sz="1074"/>
            </a:lvl3pPr>
            <a:lvl4pPr lvl="3">
              <a:buNone/>
              <a:defRPr sz="1074"/>
            </a:lvl4pPr>
            <a:lvl5pPr lvl="4">
              <a:buNone/>
              <a:defRPr sz="1074"/>
            </a:lvl5pPr>
            <a:lvl6pPr lvl="5">
              <a:buNone/>
              <a:defRPr sz="1074"/>
            </a:lvl6pPr>
            <a:lvl7pPr lvl="6">
              <a:buNone/>
              <a:defRPr sz="1074"/>
            </a:lvl7pPr>
            <a:lvl8pPr lvl="7">
              <a:buNone/>
              <a:defRPr sz="1074"/>
            </a:lvl8pPr>
            <a:lvl9pPr lvl="8">
              <a:buNone/>
              <a:defRPr sz="1074"/>
            </a:lvl9pPr>
          </a:lstStyle>
          <a:p>
            <a:fld id="{00000000-1234-1234-1234-123412341234}" type="slidenum">
              <a:rPr lang="es-419" smtClean="0"/>
              <a:pPr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445769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73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EB63C1ED-1A4B-E4D8-BBCB-DD9BCB7C36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55000" lnSpcReduction="20000"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s-419" sz="1074" b="0" i="0" u="none" strike="noStrike" kern="0" cap="none" spc="0" normalizeH="0" baseline="0" noProof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</a:t>
            </a:fld>
            <a:endParaRPr kumimoji="0" lang="es-419" sz="1074" b="0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" name="Google Shape;101;p27">
            <a:extLst>
              <a:ext uri="{FF2B5EF4-FFF2-40B4-BE49-F238E27FC236}">
                <a16:creationId xmlns:a16="http://schemas.microsoft.com/office/drawing/2014/main" id="{18C1BF8B-A9D3-CA16-8B39-9E27229A586D}"/>
              </a:ext>
            </a:extLst>
          </p:cNvPr>
          <p:cNvSpPr txBox="1"/>
          <p:nvPr/>
        </p:nvSpPr>
        <p:spPr>
          <a:xfrm>
            <a:off x="542235" y="2200528"/>
            <a:ext cx="8059529" cy="630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2400" b="0" i="0" u="none" strike="noStrike" kern="0" cap="none" spc="0" normalizeH="0" baseline="0" noProof="0" dirty="0">
                <a:ln>
                  <a:noFill/>
                </a:ln>
                <a:solidFill>
                  <a:srgbClr val="691B31"/>
                </a:solidFill>
                <a:effectLst/>
                <a:uLnTx/>
                <a:uFillTx/>
                <a:latin typeface="Montserrat Black"/>
                <a:ea typeface="Montserrat Black"/>
                <a:cs typeface="Montserrat Black"/>
                <a:sym typeface="Montserrat Black"/>
              </a:rPr>
              <a:t>Reporte impresos,  radio y tv local. 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400" b="1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Gobernador, secretarías y dependencias</a:t>
            </a:r>
            <a:endParaRPr kumimoji="0" lang="es-MX" sz="2000" b="1" i="0" u="none" strike="noStrike" kern="0" cap="none" spc="0" normalizeH="0" baseline="0" noProof="0" dirty="0">
              <a:ln>
                <a:noFill/>
              </a:ln>
              <a:solidFill>
                <a:srgbClr val="D8AB72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F8F99902-E806-65F7-B1B2-5BFEE3D764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9408" y="598169"/>
            <a:ext cx="2724918" cy="1203962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3A420959-05AA-86D7-CF62-D891272906E0}"/>
              </a:ext>
            </a:extLst>
          </p:cNvPr>
          <p:cNvSpPr txBox="1"/>
          <p:nvPr/>
        </p:nvSpPr>
        <p:spPr>
          <a:xfrm>
            <a:off x="4171949" y="3865402"/>
            <a:ext cx="4384835" cy="547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lnSpc>
                <a:spcPct val="90000"/>
              </a:lnSpc>
              <a:buNone/>
              <a:defRPr sz="3800">
                <a:solidFill>
                  <a:srgbClr val="691B31"/>
                </a:solidFill>
                <a:latin typeface="Montserrat Black"/>
                <a:ea typeface="Montserrat Black"/>
                <a:cs typeface="Montserrat Black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Elaborado: </a:t>
            </a:r>
            <a:r>
              <a:rPr lang="es-MX" sz="1600" dirty="0">
                <a:solidFill>
                  <a:srgbClr val="D8AB72"/>
                </a:solidFill>
              </a:rPr>
              <a:t>29</a:t>
            </a: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 de septiembre</a:t>
            </a:r>
            <a:endParaRPr lang="es-MX" sz="1600" dirty="0">
              <a:solidFill>
                <a:srgbClr val="D8AB72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16:00</a:t>
            </a:r>
          </a:p>
        </p:txBody>
      </p:sp>
    </p:spTree>
    <p:extLst>
      <p:ext uri="{BB962C8B-B14F-4D97-AF65-F5344CB8AC3E}">
        <p14:creationId xmlns:p14="http://schemas.microsoft.com/office/powerpoint/2010/main" val="971462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AFB07B-A97F-580B-C807-AADF2D9802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95622977-0971-C09F-23C7-1B431CA286F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170309AF-D2A8-0470-E724-71A1D23C64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72261"/>
            <a:ext cx="9144000" cy="3741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03840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1A93C4-2DEB-0E75-9E76-1B11E0B494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FB9268F8-6E5B-3D55-2045-C7F97FD6E20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D9179892-C566-0762-6E1B-004805141D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15295"/>
            <a:ext cx="9144000" cy="2800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77688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30744A-5BE4-2258-7B5D-8CC4A14EDC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180E2173-FD03-9BE5-F659-52C81477881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93638C0C-6B64-C013-840C-9F4F5531C4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385" y="691088"/>
            <a:ext cx="6844205" cy="390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4565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248FB7-1DE5-778D-6EFE-6E2E956599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E63A60A8-6548-CD5C-EB96-B6431D9CA71B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en primeras planas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51D56C9D-F6E2-87AB-55C8-38C46479F1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088" y="1809750"/>
            <a:ext cx="7924800" cy="1666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57186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CEF1BD-C1B8-3631-07EC-961DDE71F8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9F2DBA7C-A758-8E46-5CEF-A5CE898CE74E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en primeras planas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2E1D66E7-1197-4BEF-B6F2-755B28E1E5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375" y="523875"/>
            <a:ext cx="7896225" cy="4238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71500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F384B7-8BD8-1B37-5F51-FD46B11FD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5D745B17-E8D1-051C-B27F-A3B591D8F7F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24995538-B813-10E7-7EA9-02C4B610D7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76411"/>
            <a:ext cx="9144000" cy="3733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77083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383A7D-6E95-7FBD-ECB9-6F21EFAB5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EF6B6CD5-AF4A-39E2-B949-E9735271D8E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 en primeras planas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4EAE2F88-AEBE-CD70-E52D-927A3892F7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9897" y="954107"/>
            <a:ext cx="6844205" cy="390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0977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569AC2-17AA-6728-4169-8404B64646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FC488274-DEF2-00AA-CBB0-3ADE1D32DCE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 temas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46DEDAF7-95DF-60E4-F668-94ABF31909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385" y="902700"/>
            <a:ext cx="6844205" cy="390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66239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B6DC8C-E619-F67B-9048-4615CF1988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C46A5360-EC76-283F-42C4-C3D1585636DD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en primeras planas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12CAEFF9-6887-19B1-E7C5-46B5E6D421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900113"/>
            <a:ext cx="7924800" cy="3486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28591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Shape 108">
          <a:extLst>
            <a:ext uri="{FF2B5EF4-FFF2-40B4-BE49-F238E27FC236}">
              <a16:creationId xmlns:a16="http://schemas.microsoft.com/office/drawing/2014/main" id="{3AB59246-6522-404E-9FEB-F1E85E07D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AE07F171-51E8-E8F4-27C7-0CA3B7A8A997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D95CA728-7EEF-EFE3-F188-1B54C4122B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31586"/>
            <a:ext cx="9144000" cy="3823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8119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1430F0AF-D0FD-1C68-F7C4-D9E93764E31F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946DBE27-9E25-68FB-7CAD-0CBC6617B6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44715"/>
            <a:ext cx="9144000" cy="2996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2692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270743E-55A0-8447-939B-33D92F1087F2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del gobierno en radiodifusoras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E7B3C36F-4FA9-0BFC-A742-8F580D046F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8209"/>
            <a:ext cx="9144000" cy="3569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2284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828405A6-6663-981B-6621-84986BD5E427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del gobernador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DC473597-7677-780A-8B9F-0E74A2A187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725" y="1162440"/>
            <a:ext cx="9144000" cy="2961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00249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CE4F37E4-6BA2-F83F-177F-21C522FF978A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Temas de gobierno por radiodifusora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A196FBCC-FB0C-5BCE-9E71-E6F405B65F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8022"/>
            <a:ext cx="9144000" cy="4370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9462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ECC40E7-80C0-6C16-184F-47AF493FB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1AFF4944-4FE3-CFE7-8E7A-E3A40F327A2B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Temas de gobierno por radiodifusora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3AFEB91A-398A-6097-5502-0BE4FD44DB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0250" y="860662"/>
            <a:ext cx="5143500" cy="3419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30802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DFF6A8-5146-E5F2-074F-084FCC971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5250946C-99D0-0E60-607A-48C02ED03621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Opinión emitida por radioescuchas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67EBD4EC-93EF-4119-710B-3458C07EAF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47750"/>
            <a:ext cx="9144000" cy="30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95737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9BA4FDF3-73D0-20C6-94F5-7E9F2481C0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1106" y="1453514"/>
            <a:ext cx="5061788" cy="2236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362456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4872</TotalTime>
  <Words>88</Words>
  <Application>Microsoft Office PowerPoint</Application>
  <PresentationFormat>Presentación en pantalla (16:9)</PresentationFormat>
  <Paragraphs>21</Paragraphs>
  <Slides>18</Slides>
  <Notes>7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22" baseType="lpstr">
      <vt:lpstr>Montserrat</vt:lpstr>
      <vt:lpstr>Arial</vt:lpstr>
      <vt:lpstr>Montserrat Black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Francisco Villeda</dc:creator>
  <cp:lastModifiedBy>Francisco Villeda Velazquez</cp:lastModifiedBy>
  <cp:revision>514</cp:revision>
  <dcterms:modified xsi:type="dcterms:W3CDTF">2026-09-29T15:46:16Z</dcterms:modified>
</cp:coreProperties>
</file>