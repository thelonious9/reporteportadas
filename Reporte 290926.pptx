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418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371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6EFC6-BD0D-E957-DA3B-E452429CF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D4C07A2-3A66-A51B-91E4-B930F3ED1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AC49ADD-CE59-ADCA-64AA-AFDE04977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92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29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0309AF-D2A8-0470-E724-71A1D23C6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72261"/>
            <a:ext cx="9144000" cy="374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9179892-C566-0762-6E1B-004805141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15295"/>
            <a:ext cx="9144000" cy="2800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3638C0C-6B64-C013-840C-9F4F5531C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1D56C9D-F6E2-87AB-55C8-38C46479F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88" y="1809750"/>
            <a:ext cx="7924800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EF1BD-C1B8-3631-07EC-961DDE71F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9F2DBA7C-A758-8E46-5CEF-A5CE898CE74E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E1D66E7-1197-4BEF-B6F2-755B28E1E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75" y="523875"/>
            <a:ext cx="7896225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50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4995538-B813-10E7-7EA9-02C4B610D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6411"/>
            <a:ext cx="9144000" cy="373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EAE2F88-AEBE-CD70-E52D-927A3892F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97" y="954107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DEDAF7-95DF-60E4-F668-94ABF319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902700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2CAEFF9-6887-19B1-E7C5-46B5E6D42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900113"/>
            <a:ext cx="7924800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44015ED-9FF0-69D3-D863-FF85BDA13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503594"/>
            <a:ext cx="9144000" cy="427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6BBBDC0-5EC4-EFC5-AFD7-7E5BBD7EE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6655"/>
            <a:ext cx="9144000" cy="3293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07AB1C5-8C4C-EDCC-AA5C-B6D958332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332"/>
            <a:ext cx="9144000" cy="465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F5660C9-4FB0-AFD4-123C-EF3D3D8C0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5964"/>
            <a:ext cx="9144000" cy="3334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B1D7A8E-4F2F-3F79-1A40-A10E762A3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306286"/>
            <a:ext cx="9144000" cy="2673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51DF6AD-7CBD-3342-1190-7459867D619F}"/>
              </a:ext>
            </a:extLst>
          </p:cNvPr>
          <p:cNvSpPr txBox="1"/>
          <p:nvPr/>
        </p:nvSpPr>
        <p:spPr>
          <a:xfrm>
            <a:off x="820799" y="2166134"/>
            <a:ext cx="7502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anose="00000500000000000000" pitchFamily="2" charset="0"/>
              </a:rPr>
              <a:t>No se registró información emitida por radioescuchas</a:t>
            </a:r>
          </a:p>
        </p:txBody>
      </p:sp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4874</TotalTime>
  <Words>90</Words>
  <Application>Microsoft Office PowerPoint</Application>
  <PresentationFormat>Presentación en pantalla (16:9)</PresentationFormat>
  <Paragraphs>21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515</cp:revision>
  <dcterms:modified xsi:type="dcterms:W3CDTF">2026-09-29T23:24:45Z</dcterms:modified>
</cp:coreProperties>
</file>