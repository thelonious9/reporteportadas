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5" r:id="rId4"/>
    <p:sldId id="399" r:id="rId5"/>
    <p:sldId id="378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9345-865A-0DA3-76DB-D96B92B9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A5609B-DEE3-43D0-62AD-1D7731C03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E0C674-5D05-F1AA-1E23-CB69872B2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449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54499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26 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D49C0E4-7258-B15B-AA02-93E3AF7A3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6275"/>
            <a:ext cx="9144000" cy="371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4595799-24F8-5E06-B30F-CD4BC53AE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9392"/>
            <a:ext cx="9144000" cy="276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02CF3-B90A-0EB5-9801-0ED2916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426AD94F-EE82-EF95-255F-C7BB0EE7D2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927F3A9-4ED3-F5B3-66B5-64EF930C6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7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96B2A7-02EC-B3CA-B864-0446BD494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15" y="1661985"/>
            <a:ext cx="8745170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0A3F90-3FDB-1E7A-FB7A-841F95707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4896"/>
            <a:ext cx="9144000" cy="381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D273F70-5370-CBF4-26C6-20979ED62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FE3CF35-177C-2086-35D7-00C752727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F133F28-3E1D-3765-511A-0E936D505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97" y="442606"/>
            <a:ext cx="3801005" cy="220058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BD3B12A-881F-E12F-0798-460D51DA6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43188"/>
            <a:ext cx="9144000" cy="153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07EC9A-DF11-72E0-648C-3BE2957B4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8874"/>
            <a:ext cx="9144000" cy="396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69FB278-23DC-4A6A-55E3-7FC669D6D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187768"/>
            <a:ext cx="9144000" cy="291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C8093A5-65A1-88D5-1B46-77B5C9C95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0767"/>
            <a:ext cx="9144000" cy="438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6F5192E-DA00-BDFB-C962-BED4360A7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9895"/>
            <a:ext cx="9144000" cy="306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BFFB9A-9F2A-3C5E-8031-5C67A6A86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207"/>
            <a:ext cx="9144000" cy="436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96FA91A-668F-374E-821F-19D953BF0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626"/>
            <a:ext cx="9144000" cy="418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4188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412</cp:revision>
  <dcterms:modified xsi:type="dcterms:W3CDTF">2026-06-26T23:00:44Z</dcterms:modified>
</cp:coreProperties>
</file>