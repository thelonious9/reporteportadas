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210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13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B711A7-CFBD-9551-73C9-ECFABB23F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3761"/>
            <a:ext cx="9144000" cy="343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96F675-086A-2AB0-AE45-951770092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855"/>
            <a:ext cx="9144000" cy="24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F392ED4-AC6B-4643-9031-A0FF4DF84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F00FF8-B15D-D50B-6433-BB483AE96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60"/>
            <a:ext cx="9144000" cy="309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945C6F5-9F8E-3605-7D3F-D7DCF9F11530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C15E5D-8640-0587-FD2D-8EB5BB9C28DE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B528B1-762E-8C40-C055-69E2866D7795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DED197-F185-B9C3-86FE-B78554448A90}"/>
              </a:ext>
            </a:extLst>
          </p:cNvPr>
          <p:cNvSpPr txBox="1"/>
          <p:nvPr/>
        </p:nvSpPr>
        <p:spPr>
          <a:xfrm>
            <a:off x="2037600" y="2320022"/>
            <a:ext cx="518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E707AF-25CA-04A1-3FE8-1ADEE8345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3430"/>
            <a:ext cx="9144000" cy="427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5B82A7-1CAC-4AF0-93F9-55054100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7401"/>
            <a:ext cx="9144000" cy="333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C3F6AE-09E7-8942-E10C-86402CA6D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7097"/>
            <a:ext cx="9144000" cy="369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2A0840B-3C0C-62E4-8C40-9A69DCA85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183"/>
            <a:ext cx="9144000" cy="238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9E8213-DA96-35CF-9B9F-9962D233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167"/>
            <a:ext cx="9144000" cy="394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CB4F50-E30A-38B2-05BB-7101BEE28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" y="547688"/>
            <a:ext cx="77057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4930</TotalTime>
  <Words>113</Words>
  <Application>Microsoft Office PowerPoint</Application>
  <PresentationFormat>Presentación en pantalla (16:9)</PresentationFormat>
  <Paragraphs>23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534</cp:revision>
  <dcterms:modified xsi:type="dcterms:W3CDTF">2026-10-13T23:00:47Z</dcterms:modified>
</cp:coreProperties>
</file>