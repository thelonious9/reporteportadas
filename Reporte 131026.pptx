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13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AB711A7-CFBD-9551-73C9-ECFABB23F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23761"/>
            <a:ext cx="9144000" cy="3438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196F675-086A-2AB0-AE45-9517700921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8855"/>
            <a:ext cx="9144000" cy="244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F392ED4-AC6B-4643-9031-A0FF4DF84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6F00FF8-B15D-D50B-6433-BB483AE969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260"/>
            <a:ext cx="9144000" cy="3091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945C6F5-9F8E-3605-7D3F-D7DCF9F11530}"/>
              </a:ext>
            </a:extLst>
          </p:cNvPr>
          <p:cNvSpPr txBox="1"/>
          <p:nvPr/>
        </p:nvSpPr>
        <p:spPr>
          <a:xfrm>
            <a:off x="2037600" y="2320022"/>
            <a:ext cx="518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9C15E5D-8640-0587-FD2D-8EB5BB9C28DE}"/>
              </a:ext>
            </a:extLst>
          </p:cNvPr>
          <p:cNvSpPr txBox="1"/>
          <p:nvPr/>
        </p:nvSpPr>
        <p:spPr>
          <a:xfrm>
            <a:off x="2037600" y="2320022"/>
            <a:ext cx="518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7B528B1-762E-8C40-C055-69E2866D7795}"/>
              </a:ext>
            </a:extLst>
          </p:cNvPr>
          <p:cNvSpPr txBox="1"/>
          <p:nvPr/>
        </p:nvSpPr>
        <p:spPr>
          <a:xfrm>
            <a:off x="2037600" y="2320022"/>
            <a:ext cx="518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0DED197-F185-B9C3-86FE-B78554448A90}"/>
              </a:ext>
            </a:extLst>
          </p:cNvPr>
          <p:cNvSpPr txBox="1"/>
          <p:nvPr/>
        </p:nvSpPr>
        <p:spPr>
          <a:xfrm>
            <a:off x="2037600" y="2320022"/>
            <a:ext cx="518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No se registró información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5F75A67-5586-12EA-73F5-093CB18C2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3277"/>
            <a:ext cx="9144000" cy="3399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9266257-D1FB-7130-BC5C-4D5D40E44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2003"/>
            <a:ext cx="9144000" cy="2662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5844061-38D0-580F-EF84-BBD84C768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6594"/>
            <a:ext cx="9144000" cy="389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ABF67A7-F00E-18A7-75DB-C590A7317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1839"/>
            <a:ext cx="9144000" cy="262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D555DCF-A241-A5A3-4DC4-256B3EB43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3321"/>
            <a:ext cx="9144000" cy="387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12BB0A5-593E-BA5D-68C7-880BF1B9A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0993"/>
            <a:ext cx="9144000" cy="3224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4928</TotalTime>
  <Words>113</Words>
  <Application>Microsoft Office PowerPoint</Application>
  <PresentationFormat>Presentación en pantalla (16:9)</PresentationFormat>
  <Paragraphs>23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533</cp:revision>
  <dcterms:modified xsi:type="dcterms:W3CDTF">2026-10-13T15:07:41Z</dcterms:modified>
</cp:coreProperties>
</file>