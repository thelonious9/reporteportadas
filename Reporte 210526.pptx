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7"/>
  </p:notesMasterIdLst>
  <p:sldIdLst>
    <p:sldId id="350" r:id="rId2"/>
    <p:sldId id="365" r:id="rId3"/>
    <p:sldId id="352" r:id="rId4"/>
    <p:sldId id="393" r:id="rId5"/>
    <p:sldId id="378" r:id="rId6"/>
    <p:sldId id="394" r:id="rId7"/>
    <p:sldId id="395" r:id="rId8"/>
    <p:sldId id="396" r:id="rId9"/>
    <p:sldId id="388" r:id="rId10"/>
    <p:sldId id="351" r:id="rId11"/>
    <p:sldId id="369" r:id="rId12"/>
    <p:sldId id="361" r:id="rId13"/>
    <p:sldId id="371" r:id="rId14"/>
    <p:sldId id="384" r:id="rId15"/>
    <p:sldId id="280" r:id="rId16"/>
  </p:sldIdLst>
  <p:sldSz cx="9144000" cy="5143500" type="screen16x9"/>
  <p:notesSz cx="6858000" cy="9144000"/>
  <p:embeddedFontLst>
    <p:embeddedFont>
      <p:font typeface="Montserrat" pitchFamily="2" charset="0"/>
      <p:regular r:id="rId18"/>
      <p:bold r:id="rId19"/>
      <p:italic r:id="rId20"/>
      <p:boldItalic r:id="rId21"/>
    </p:embeddedFont>
    <p:embeddedFont>
      <p:font typeface="Montserrat Black" pitchFamily="2" charset="0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9FA"/>
    <a:srgbClr val="F4F6F8"/>
    <a:srgbClr val="691B31"/>
    <a:srgbClr val="3A3A3A"/>
    <a:srgbClr val="D8AB72"/>
    <a:srgbClr val="B28D5E"/>
    <a:srgbClr val="DBC6A0"/>
    <a:srgbClr val="F6E3C5"/>
    <a:srgbClr val="BC955B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988" y="52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5633582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D8FB4-E321-0E01-8262-6CF75FF3C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992D699-CFB9-7D9E-96EA-B379B7F5A6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055D00D-F622-9591-B42F-DD768852A2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4724661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</a:t>
            </a:r>
            <a:r>
              <a:rPr lang="es-MX" sz="1600" dirty="0">
                <a:solidFill>
                  <a:srgbClr val="D8AB72"/>
                </a:solidFill>
              </a:rPr>
              <a:t>21</a:t>
            </a: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 </a:t>
            </a:r>
            <a:r>
              <a:rPr lang="es-MX" sz="1600" dirty="0">
                <a:solidFill>
                  <a:srgbClr val="D8AB72"/>
                </a:solidFill>
              </a:rPr>
              <a:t> de mayo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14:00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78379D8F-E8C5-7EA8-DBB0-B6484BBC9BD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9AA48BD-5D26-3DD7-7552-9C7B3A9062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786" y="471694"/>
            <a:ext cx="8557404" cy="4671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651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733E49C1-1D8F-00BE-B848-54AEEE19433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B5CB570-009B-4623-2C03-F09DDE517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48830"/>
            <a:ext cx="9144000" cy="3645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6735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115B23-9219-C74D-1B93-EB466FF53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5272FFEB-F79A-B289-E2B0-F9E2F92695D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B53ABE72-4219-B8D4-6D66-F9013F7460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5640" y="499288"/>
            <a:ext cx="6079695" cy="4644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791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DFC28BF4-D482-2861-AE41-CFF0342FFB9A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3F4D921D-78D7-FF53-9B9F-1084C2B9FE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3391"/>
            <a:ext cx="9144000" cy="3576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3845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895CBB-7EDA-678C-3FCC-2B16BA897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1286EB35-EF9C-CD29-A384-54A2E32DDA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3D8C2FC-4298-BB50-3EA5-9142D86A45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611" y="483401"/>
            <a:ext cx="8548777" cy="466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2059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C1EBBA-92C3-5476-C1AF-7F36B78D3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883E10B7-5306-FB47-3253-891CB7DAD4C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F1D56697-D635-F922-128C-2FD73D6636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692540"/>
            <a:ext cx="4572000" cy="3901296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2CA2116F-9A13-E27C-42D8-A27DC5CBD3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776376"/>
            <a:ext cx="4572000" cy="3817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32212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20EC88FD-15B2-677D-05EF-322F29B5CBF5}"/>
              </a:ext>
            </a:extLst>
          </p:cNvPr>
          <p:cNvSpPr txBox="1"/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2D642DF-E5BD-2BAF-E5C1-13813D8E3B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11466"/>
            <a:ext cx="9144000" cy="1920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4874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C10C9C3-4DCB-5174-1700-9763AE3F8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13864"/>
            <a:ext cx="9144000" cy="3515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9EC7FF1-A0EB-1117-AFFD-010733CE34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84854"/>
            <a:ext cx="9144000" cy="2573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53E20-D2E3-C7B6-3681-7F75E49F3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D220DED-6E95-D0AE-57E3-7DFB60F03ADD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D7BCF6E-2696-F1FC-3D9A-A77C9C94DF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52794"/>
            <a:ext cx="9144000" cy="3237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9192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A3AFB75-EEAE-4107-B871-818116FA16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18397"/>
            <a:ext cx="9144000" cy="2706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B8C4A5C-A162-5CA4-F8C3-26E66CF456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45637"/>
            <a:ext cx="9144000" cy="4052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5CA6E3AA-9467-5FF2-A182-F9C74DF835BA}"/>
              </a:ext>
            </a:extLst>
          </p:cNvPr>
          <p:cNvSpPr txBox="1"/>
          <p:nvPr/>
        </p:nvSpPr>
        <p:spPr>
          <a:xfrm>
            <a:off x="1926166" y="0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Información emitida por radioescuchas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204D9B2-2A48-E212-D473-22D6FB14F2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63" y="737931"/>
            <a:ext cx="7516274" cy="3667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8881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3944</TotalTime>
  <Words>67</Words>
  <Application>Microsoft Office PowerPoint</Application>
  <PresentationFormat>Presentación en pantalla (16:9)</PresentationFormat>
  <Paragraphs>18</Paragraphs>
  <Slides>15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19" baseType="lpstr">
      <vt:lpstr>Arial</vt:lpstr>
      <vt:lpstr>Montserrat</vt:lpstr>
      <vt:lpstr>Montserrat Black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372</cp:revision>
  <dcterms:modified xsi:type="dcterms:W3CDTF">2026-05-21T18:47:03Z</dcterms:modified>
</cp:coreProperties>
</file>