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397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21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AA48BD-5D26-3DD7-7552-9C7B3A90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86" y="471694"/>
            <a:ext cx="8557404" cy="46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5CB570-009B-4623-2C03-F09DDE51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8830"/>
            <a:ext cx="9144000" cy="364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53ABE72-4219-B8D4-6D66-F9013F746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640" y="499288"/>
            <a:ext cx="6079695" cy="464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4D921D-78D7-FF53-9B9F-1084C2B9F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3391"/>
            <a:ext cx="9144000" cy="357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D8C2FC-4298-BB50-3EA5-9142D86A4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1" y="483401"/>
            <a:ext cx="8548777" cy="46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1D56697-D635-F922-128C-2FD73D66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92540"/>
            <a:ext cx="4572000" cy="39012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CA2116F-9A13-E27C-42D8-A27DC5CBD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76376"/>
            <a:ext cx="4572000" cy="38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D642DF-E5BD-2BAF-E5C1-13813D8E3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1466"/>
            <a:ext cx="9144000" cy="192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EC91A9-4CAD-E2D8-9B33-9A9337C55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0453"/>
            <a:ext cx="9144000" cy="44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3F51A5-DDE1-50DF-8428-6CC2995A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3956"/>
            <a:ext cx="9144000" cy="32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BA0171-71BA-F3F5-3C7D-9DAC7648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" y="369332"/>
            <a:ext cx="8992800" cy="46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05E811-CCE8-7076-8FB3-468242175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375"/>
            <a:ext cx="9144000" cy="343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D6A1AC-C962-D859-2201-FBFEE0648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9985"/>
            <a:ext cx="9144000" cy="262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B99167-0C91-5F35-95A4-1D103F6FE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986"/>
            <a:ext cx="9144000" cy="276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6DA7-1654-05B4-66BE-9EA722EFE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82DF43C-D1A9-76A9-3E15-6BB25CE18BC6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FA6354-81B9-3AF6-8B42-14034B29D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651"/>
            <a:ext cx="9144000" cy="383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67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3946</TotalTime>
  <Words>71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373</cp:revision>
  <dcterms:modified xsi:type="dcterms:W3CDTF">2026-05-22T00:09:15Z</dcterms:modified>
</cp:coreProperties>
</file>