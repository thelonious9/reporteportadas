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09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97189A-9BAC-E033-2136-7F810DE57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1995"/>
            <a:ext cx="9144000" cy="332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9C84A5-B62E-DC83-369E-407A3727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6438"/>
            <a:ext cx="9144000" cy="247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6F48AF-760D-2293-D185-EF6186C0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4D5A1B-5E76-8727-EE0D-DE4890E1C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94" y="699817"/>
            <a:ext cx="796401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44A7A5-56EA-7BFA-944A-1492B6E5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497"/>
            <a:ext cx="9144000" cy="329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942B320-A0AA-AADD-12B0-6B1101526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8EC02D-9764-916A-6433-306CA1A1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DBD3CA-ECE3-82B8-F994-4367DBD30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82" y="1857266"/>
            <a:ext cx="7783011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A57F5D-7A45-B08C-F420-C2ADB00F9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9008"/>
            <a:ext cx="9144000" cy="338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00370D-9027-08C4-7D76-7EC17F44C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4841"/>
            <a:ext cx="9144000" cy="259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F3EDD5-9EB7-D8C8-75B1-69AD76AD0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339"/>
            <a:ext cx="9144000" cy="367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3A7075-70DC-8F68-6D96-33749557B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795"/>
            <a:ext cx="9144000" cy="257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7A9AED-4BE7-D551-F1E3-69A67973A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0433"/>
            <a:ext cx="9144000" cy="3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B2BD3A-E2E4-3953-5B11-C68AF9876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80" y="397050"/>
            <a:ext cx="7628016" cy="474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4797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494</cp:revision>
  <dcterms:modified xsi:type="dcterms:W3CDTF">2026-09-10T01:17:02Z</dcterms:modified>
</cp:coreProperties>
</file>