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08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523C87-E76A-C754-1126-C0B7CBF8D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5087"/>
            <a:ext cx="9144000" cy="339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B033D6-3CFD-1008-717B-A2B3FE755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9032"/>
            <a:ext cx="9144000" cy="244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40EE4E-4EAB-03F8-B3A2-4C42EC949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0A84F1-A987-610A-40A1-5BF732F4E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84" y="633132"/>
            <a:ext cx="7935432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F714D9-C456-3D76-16F8-30C998D74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167"/>
            <a:ext cx="9144000" cy="337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B235A2A-4F14-2D1D-2605-7C3811630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AEDE0B3-836D-7459-1D18-2BA2E4F4D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13C884-B439-A0F0-9E2A-BEB08146A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787" y="1376102"/>
            <a:ext cx="4899400" cy="253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09BE1A-097B-F76E-BB7A-8ED2B3861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2156"/>
            <a:ext cx="9144000" cy="396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5FE8E3-F062-24B1-F9F5-AFDBDA9A9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692"/>
            <a:ext cx="9144000" cy="290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B4BE3E-4601-4746-BC1A-C4DC53196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075"/>
            <a:ext cx="9144000" cy="434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6BF2FA-BD96-CF74-35CF-EE0C2E65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037772"/>
            <a:ext cx="9144000" cy="321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7DDB57-3628-8CD0-863D-0A162C36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928"/>
            <a:ext cx="9144000" cy="43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44A1E5-17C1-8380-3381-5C557A892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644"/>
            <a:ext cx="9144000" cy="372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4276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423</cp:revision>
  <dcterms:modified xsi:type="dcterms:W3CDTF">2026-07-08T15:59:03Z</dcterms:modified>
</cp:coreProperties>
</file>