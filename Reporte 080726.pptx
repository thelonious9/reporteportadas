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19"/>
  </p:notesMasterIdLst>
  <p:sldIdLst>
    <p:sldId id="350" r:id="rId2"/>
    <p:sldId id="404" r:id="rId3"/>
    <p:sldId id="408" r:id="rId4"/>
    <p:sldId id="405" r:id="rId5"/>
    <p:sldId id="406" r:id="rId6"/>
    <p:sldId id="394" r:id="rId7"/>
    <p:sldId id="395" r:id="rId8"/>
    <p:sldId id="396" r:id="rId9"/>
    <p:sldId id="403" r:id="rId10"/>
    <p:sldId id="388" r:id="rId11"/>
    <p:sldId id="351" r:id="rId12"/>
    <p:sldId id="369" r:id="rId13"/>
    <p:sldId id="361" r:id="rId14"/>
    <p:sldId id="371" r:id="rId15"/>
    <p:sldId id="409" r:id="rId16"/>
    <p:sldId id="400" r:id="rId17"/>
    <p:sldId id="280" r:id="rId18"/>
  </p:sldIdLst>
  <p:sldSz cx="9144000" cy="5143500" type="screen16x9"/>
  <p:notesSz cx="6858000" cy="9144000"/>
  <p:embeddedFontLst>
    <p:embeddedFont>
      <p:font typeface="Montserrat" panose="00000500000000000000" pitchFamily="2" charset="0"/>
      <p:regular r:id="rId20"/>
      <p:bold r:id="rId21"/>
      <p:italic r:id="rId22"/>
      <p:boldItalic r:id="rId23"/>
    </p:embeddedFont>
    <p:embeddedFont>
      <p:font typeface="Montserrat Black" panose="00000A00000000000000" pitchFamily="2" charset="0"/>
      <p:bold r:id="rId24"/>
      <p:italic r:id="rId25"/>
      <p:boldItalic r:id="rId26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65" userDrawn="1">
          <p15:clr>
            <a:srgbClr val="A4A3A4"/>
          </p15:clr>
        </p15:guide>
        <p15:guide id="2" pos="2857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AD30198-60FD-D96C-7EFF-04ABEB9B0931}" name="Usuario invitado" initials="Ui" userId="Usuario invitado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8F9FA"/>
    <a:srgbClr val="F4F6F8"/>
    <a:srgbClr val="691B31"/>
    <a:srgbClr val="3A3A3A"/>
    <a:srgbClr val="D8AB72"/>
    <a:srgbClr val="B28D5E"/>
    <a:srgbClr val="DBC6A0"/>
    <a:srgbClr val="F6E3C5"/>
    <a:srgbClr val="BC955B"/>
    <a:srgbClr val="EEEE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31682E8D-AFAE-4055-8BED-796683ABB225}">
  <a:tblStyle styleId="{31682E8D-AFAE-4055-8BED-796683ABB22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03" autoAdjust="0"/>
  </p:normalViewPr>
  <p:slideViewPr>
    <p:cSldViewPr snapToGrid="0">
      <p:cViewPr varScale="1">
        <p:scale>
          <a:sx n="133" d="100"/>
          <a:sy n="133" d="100"/>
        </p:scale>
        <p:origin x="906" y="114"/>
      </p:cViewPr>
      <p:guideLst>
        <p:guide orient="horz" pos="1665"/>
        <p:guide pos="2857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5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4.fntdata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31" Type="http://schemas.microsoft.com/office/2018/10/relationships/authors" Target="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2164725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A4109-DE7B-A0CB-8032-9B5DA2AED1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92C87AE-6D7F-CE0F-E0C6-D0C8BCD2EE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6045741-295A-AAE3-0DFE-431661A272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40139218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D08BC3-87FB-F571-9453-91315B27F7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6310CCB-9BA8-CACF-122A-2E5698054E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E902B6-DBD4-2D27-E9AE-C2BB9100C5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482889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E6519B-A5BA-683F-3102-86EC1ED2AE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7198EAA-93A3-ABCB-5EF2-9AAC7563C7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D778500B-3B7A-CCDD-313A-A5F5F56747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57455562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0D56B5-8E3D-156D-794A-66412674B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D771-8785-1B74-5266-3056F738CC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BEC6D9-9EE0-0A69-9D44-7F32576317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26678113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7567EE-3B4E-8C48-2AAD-0C70B0A7FC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77A78B-931E-E4C0-06DD-65C39828E9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45FACC4-33AE-75CC-0129-66D11BC3A3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1003483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5">
          <a:extLst>
            <a:ext uri="{FF2B5EF4-FFF2-40B4-BE49-F238E27FC236}">
              <a16:creationId xmlns:a16="http://schemas.microsoft.com/office/drawing/2014/main" id="{F25F0AE0-550E-E139-0EAA-601DDCDE3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g14864f70b6d_0_51:notes">
            <a:extLst>
              <a:ext uri="{FF2B5EF4-FFF2-40B4-BE49-F238E27FC236}">
                <a16:creationId xmlns:a16="http://schemas.microsoft.com/office/drawing/2014/main" id="{CC41C0BC-CB49-17D9-FE89-62E8BEDFE0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7" name="Google Shape;107;g14864f70b6d_0_51:notes">
            <a:extLst>
              <a:ext uri="{FF2B5EF4-FFF2-40B4-BE49-F238E27FC236}">
                <a16:creationId xmlns:a16="http://schemas.microsoft.com/office/drawing/2014/main" id="{0F552A97-0F1D-AD78-E939-C9840F5EB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3112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1_Section 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1264"/>
            <a:ext cx="9143999" cy="5142236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3"/>
          <p:cNvSpPr txBox="1">
            <a:spLocks noGrp="1"/>
          </p:cNvSpPr>
          <p:nvPr>
            <p:ph type="sldNum" idx="12"/>
          </p:nvPr>
        </p:nvSpPr>
        <p:spPr>
          <a:xfrm>
            <a:off x="8556784" y="4749851"/>
            <a:ext cx="548647" cy="393801"/>
          </a:xfrm>
          <a:prstGeom prst="rect">
            <a:avLst/>
          </a:prstGeom>
        </p:spPr>
        <p:txBody>
          <a:bodyPr spcFirstLastPara="1" wrap="square" lIns="159150" tIns="159150" rIns="159150" bIns="159150" anchor="t" anchorCtr="0">
            <a:normAutofit/>
          </a:bodyPr>
          <a:lstStyle>
            <a:lvl1pPr lvl="0">
              <a:buNone/>
              <a:defRPr sz="1074"/>
            </a:lvl1pPr>
            <a:lvl2pPr lvl="1">
              <a:buNone/>
              <a:defRPr sz="1074"/>
            </a:lvl2pPr>
            <a:lvl3pPr lvl="2">
              <a:buNone/>
              <a:defRPr sz="1074"/>
            </a:lvl3pPr>
            <a:lvl4pPr lvl="3">
              <a:buNone/>
              <a:defRPr sz="1074"/>
            </a:lvl4pPr>
            <a:lvl5pPr lvl="4">
              <a:buNone/>
              <a:defRPr sz="1074"/>
            </a:lvl5pPr>
            <a:lvl6pPr lvl="5">
              <a:buNone/>
              <a:defRPr sz="1074"/>
            </a:lvl6pPr>
            <a:lvl7pPr lvl="6">
              <a:buNone/>
              <a:defRPr sz="1074"/>
            </a:lvl7pPr>
            <a:lvl8pPr lvl="7">
              <a:buNone/>
              <a:defRPr sz="1074"/>
            </a:lvl8pPr>
            <a:lvl9pPr lvl="8">
              <a:buNone/>
              <a:defRPr sz="1074"/>
            </a:lvl9pPr>
          </a:lstStyle>
          <a:p>
            <a:fld id="{00000000-1234-1234-1234-123412341234}" type="slidenum">
              <a:rPr lang="es-419" smtClean="0"/>
              <a:pPr/>
              <a:t>‹Nº›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14457691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419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73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número de diapositiva 1">
            <a:extLst>
              <a:ext uri="{FF2B5EF4-FFF2-40B4-BE49-F238E27FC236}">
                <a16:creationId xmlns:a16="http://schemas.microsoft.com/office/drawing/2014/main" id="{EB63C1ED-1A4B-E4D8-BBCB-DD9BCB7C36BC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>
            <a:normAutofit fontScale="55000" lnSpcReduction="20000"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fld id="{00000000-1234-1234-1234-123412341234}" type="slidenum">
              <a:rPr kumimoji="0" lang="es-419" sz="1074" b="0" i="0" u="none" strike="noStrike" kern="0" cap="none" spc="0" normalizeH="0" baseline="0" noProof="0" smtClean="0">
                <a:ln>
                  <a:noFill/>
                </a:ln>
                <a:solidFill>
                  <a:srgbClr val="595959"/>
                </a:solidFill>
                <a:effectLst/>
                <a:uLnTx/>
                <a:uFillTx/>
                <a:latin typeface="Arial"/>
                <a:cs typeface="Arial"/>
                <a:sym typeface="Arial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Tx/>
                <a:buFont typeface="Arial"/>
                <a:buNone/>
                <a:tabLst/>
                <a:defRPr/>
              </a:pPr>
              <a:t>1</a:t>
            </a:fld>
            <a:endParaRPr kumimoji="0" lang="es-419" sz="1074" b="0" i="0" u="none" strike="noStrike" kern="0" cap="none" spc="0" normalizeH="0" baseline="0" noProof="0" dirty="0">
              <a:ln>
                <a:noFill/>
              </a:ln>
              <a:solidFill>
                <a:srgbClr val="595959"/>
              </a:solidFill>
              <a:effectLst/>
              <a:uLnTx/>
              <a:uFillTx/>
              <a:latin typeface="Arial"/>
              <a:cs typeface="Arial"/>
              <a:sym typeface="Arial"/>
            </a:endParaRPr>
          </a:p>
        </p:txBody>
      </p:sp>
      <p:sp>
        <p:nvSpPr>
          <p:cNvPr id="4" name="Google Shape;101;p27">
            <a:extLst>
              <a:ext uri="{FF2B5EF4-FFF2-40B4-BE49-F238E27FC236}">
                <a16:creationId xmlns:a16="http://schemas.microsoft.com/office/drawing/2014/main" id="{18C1BF8B-A9D3-CA16-8B39-9E27229A586D}"/>
              </a:ext>
            </a:extLst>
          </p:cNvPr>
          <p:cNvSpPr txBox="1"/>
          <p:nvPr/>
        </p:nvSpPr>
        <p:spPr>
          <a:xfrm>
            <a:off x="542235" y="2200528"/>
            <a:ext cx="8059529" cy="630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2400" b="0" i="0" u="none" strike="noStrike" kern="0" cap="none" spc="0" normalizeH="0" baseline="0" noProof="0" dirty="0">
                <a:ln>
                  <a:noFill/>
                </a:ln>
                <a:solidFill>
                  <a:srgbClr val="691B31"/>
                </a:solidFill>
                <a:effectLst/>
                <a:uLnTx/>
                <a:uFillTx/>
                <a:latin typeface="Montserrat Black"/>
                <a:ea typeface="Montserrat Black"/>
                <a:cs typeface="Montserrat Black"/>
                <a:sym typeface="Montserrat Black"/>
              </a:rPr>
              <a:t>Reporte impresos,  radio y tv local. 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400" b="1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"/>
                <a:ea typeface="Montserrat"/>
                <a:cs typeface="Montserrat"/>
                <a:sym typeface="Montserrat"/>
              </a:rPr>
              <a:t>Gobernador, secretarías y dependencias</a:t>
            </a:r>
            <a:endParaRPr kumimoji="0" lang="es-MX" sz="2000" b="1" i="0" u="none" strike="noStrike" kern="0" cap="none" spc="0" normalizeH="0" baseline="0" noProof="0" dirty="0">
              <a:ln>
                <a:noFill/>
              </a:ln>
              <a:solidFill>
                <a:srgbClr val="D8AB72"/>
              </a:solidFill>
              <a:effectLst/>
              <a:uLnTx/>
              <a:uFillTx/>
              <a:latin typeface="Montserrat"/>
              <a:ea typeface="Montserrat"/>
              <a:cs typeface="Montserrat"/>
              <a:sym typeface="Montserrat"/>
            </a:endParaRPr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F8F99902-E806-65F7-B1B2-5BFEE3D764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9408" y="598169"/>
            <a:ext cx="2724918" cy="1203962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3A420959-05AA-86D7-CF62-D891272906E0}"/>
              </a:ext>
            </a:extLst>
          </p:cNvPr>
          <p:cNvSpPr txBox="1"/>
          <p:nvPr/>
        </p:nvSpPr>
        <p:spPr>
          <a:xfrm>
            <a:off x="4171949" y="3865402"/>
            <a:ext cx="4384835" cy="5470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51425" tIns="51425" rIns="51425" bIns="51425" anchor="t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0" indent="0" algn="ctr">
              <a:lnSpc>
                <a:spcPct val="90000"/>
              </a:lnSpc>
              <a:buNone/>
              <a:defRPr sz="3800">
                <a:solidFill>
                  <a:srgbClr val="691B31"/>
                </a:solidFill>
                <a:latin typeface="Montserrat Black"/>
                <a:ea typeface="Montserrat Black"/>
                <a:cs typeface="Montserrat Black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Elaborado: 08 de julio</a:t>
            </a:r>
            <a:endParaRPr lang="es-MX" sz="1600" dirty="0">
              <a:solidFill>
                <a:srgbClr val="D8AB72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s-MX" sz="1600" b="0" i="0" u="none" strike="noStrike" kern="0" cap="none" spc="0" normalizeH="0" baseline="0" noProof="0" dirty="0">
                <a:ln>
                  <a:noFill/>
                </a:ln>
                <a:solidFill>
                  <a:srgbClr val="D8AB72"/>
                </a:solidFill>
                <a:effectLst/>
                <a:uLnTx/>
                <a:uFillTx/>
                <a:latin typeface="Montserrat Black"/>
                <a:sym typeface="Arial"/>
              </a:rPr>
              <a:t>16:00</a:t>
            </a:r>
          </a:p>
        </p:txBody>
      </p:sp>
    </p:spTree>
    <p:extLst>
      <p:ext uri="{BB962C8B-B14F-4D97-AF65-F5344CB8AC3E}">
        <p14:creationId xmlns:p14="http://schemas.microsoft.com/office/powerpoint/2010/main" val="9714621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FB07B-A97F-580B-C807-AADF2D980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95622977-0971-C09F-23C7-1B431CA286F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5A523C87-E76A-C754-1126-C0B7CBF8D6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5087"/>
            <a:ext cx="9144000" cy="3396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3840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E1A93C4-2DEB-0E75-9E76-1B11E0B49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FB9268F8-6E5B-3D55-2045-C7F97FD6E20F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66B033D6-3CFD-1008-717B-A2B3FE755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419032"/>
            <a:ext cx="9144000" cy="24483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76882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A30744A-5BE4-2258-7B5D-8CC4A14EDC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uadroTexto 13">
            <a:extLst>
              <a:ext uri="{FF2B5EF4-FFF2-40B4-BE49-F238E27FC236}">
                <a16:creationId xmlns:a16="http://schemas.microsoft.com/office/drawing/2014/main" id="{180E2173-FD03-9BE5-F659-52C81477881C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Gobierno del estado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540EE4E-4EAB-03F8-B3A2-4C42EC94980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4565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48FB7-1DE5-778D-6EFE-6E2E956599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E63A60A8-6548-CD5C-EB96-B6431D9CA71B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C10A84F1-A987-610A-40A1-5BF732F4E2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4284" y="633132"/>
            <a:ext cx="7935432" cy="4020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57186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F384B7-8BD8-1B37-5F51-FD46B11FD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5D745B17-E8D1-051C-B27F-A3B591D8F7FD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B1F714D9-C456-3D76-16F8-30C998D744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56167"/>
            <a:ext cx="9144000" cy="337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77083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8383A7D-6E95-7FBD-ECB9-6F21EFAB5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EF6B6CD5-AF4A-39E2-B949-E9735271D8E0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medios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3B235A2A-4F14-2D1D-2605-7C38116306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000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0977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69AC2-17AA-6728-4169-8404B64646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uadroTexto 7">
            <a:extLst>
              <a:ext uri="{FF2B5EF4-FFF2-40B4-BE49-F238E27FC236}">
                <a16:creationId xmlns:a16="http://schemas.microsoft.com/office/drawing/2014/main" id="{FC488274-DEF2-00AA-CBB0-3ADE1D32DCEB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1828800" y="0"/>
            <a:ext cx="5486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2800" b="1" dirty="0">
                <a:latin typeface="Montserrat" pitchFamily="2" charset="0"/>
              </a:rPr>
              <a:t>Gobernador temas</a:t>
            </a:r>
          </a:p>
        </p:txBody>
      </p:sp>
      <p:pic>
        <p:nvPicPr>
          <p:cNvPr id="2" name="Imagen 1">
            <a:extLst>
              <a:ext uri="{FF2B5EF4-FFF2-40B4-BE49-F238E27FC236}">
                <a16:creationId xmlns:a16="http://schemas.microsoft.com/office/drawing/2014/main" id="{9AEDE0B3-836D-7459-1D18-2BA2E4F4DF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88" y="914940"/>
            <a:ext cx="6858000" cy="34564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6623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B6DC8C-E619-F67B-9048-4615CF198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uadroTexto 6">
            <a:extLst>
              <a:ext uri="{FF2B5EF4-FFF2-40B4-BE49-F238E27FC236}">
                <a16:creationId xmlns:a16="http://schemas.microsoft.com/office/drawing/2014/main" id="{C46A5360-EC76-283F-42C4-C3D1585636DD}"/>
              </a:ext>
            </a:extLst>
          </p:cNvPr>
          <p:cNvSpPr txBox="1"/>
          <p:nvPr/>
        </p:nvSpPr>
        <p:spPr>
          <a:xfrm>
            <a:off x="908175" y="152426"/>
            <a:ext cx="72546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es-MX" sz="1800" b="1" i="0" dirty="0">
                <a:solidFill>
                  <a:srgbClr val="000000"/>
                </a:solidFill>
                <a:effectLst/>
                <a:latin typeface="Montserrat" pitchFamily="2" charset="0"/>
              </a:rPr>
              <a:t>Detalle de Notas en primeras planas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5313C884-B439-A0F0-9E2A-BEB08146A0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5787" y="1376102"/>
            <a:ext cx="4899400" cy="253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8591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">
          <a:extLst>
            <a:ext uri="{FF2B5EF4-FFF2-40B4-BE49-F238E27FC236}">
              <a16:creationId xmlns:a16="http://schemas.microsoft.com/office/drawing/2014/main" id="{3AB59246-6522-404E-9FEB-F1E85E07D6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AE07F171-51E8-E8F4-27C7-0CA3B7A8A997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13C33A-79E8-A134-0DEA-F9269A96E7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590212"/>
            <a:ext cx="9144000" cy="3963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5811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1430F0AF-D0FD-1C68-F7C4-D9E93764E31F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39E5CD16-A91C-D685-089C-2CF71D8864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86481"/>
            <a:ext cx="9144000" cy="2970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02692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53E20-D2E3-C7B6-3681-7F75E49F3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2D220DED-6E95-D0AE-57E3-7DFB60F03ADD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053CF496-F093-EFF2-B535-D501771800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70752"/>
            <a:ext cx="9144000" cy="3344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9192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E270743E-55A0-8447-939B-33D92F1087F2}"/>
              </a:ext>
            </a:extLst>
          </p:cNvPr>
          <p:cNvSpPr txBox="1"/>
          <p:nvPr/>
        </p:nvSpPr>
        <p:spPr>
          <a:xfrm>
            <a:off x="1183340" y="0"/>
            <a:ext cx="67638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sz="1800" b="1" dirty="0">
                <a:latin typeface="Montserrat" panose="00000500000000000000" pitchFamily="2" charset="0"/>
              </a:rPr>
              <a:t>Información de gobierno en radiodifusoras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389C03CD-3645-648F-91BF-7F74F9ECBB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77449"/>
            <a:ext cx="9144000" cy="2988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722847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CE4F37E4-6BA2-F83F-177F-21C522FF978A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DA862865-0C85-1EAF-3C25-50DFC148FD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470407"/>
            <a:ext cx="9144000" cy="4345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2946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C590E6-C482-6ED3-A65F-1D7028B134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uadroTexto 5">
            <a:extLst>
              <a:ext uri="{FF2B5EF4-FFF2-40B4-BE49-F238E27FC236}">
                <a16:creationId xmlns:a16="http://schemas.microsoft.com/office/drawing/2014/main" id="{D0C7E5EC-44E9-0606-186C-BB6D6A551476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Temas de gobierno por radiodifusora</a:t>
            </a:r>
          </a:p>
        </p:txBody>
      </p:sp>
      <p:pic>
        <p:nvPicPr>
          <p:cNvPr id="3" name="Imagen 2">
            <a:extLst>
              <a:ext uri="{FF2B5EF4-FFF2-40B4-BE49-F238E27FC236}">
                <a16:creationId xmlns:a16="http://schemas.microsoft.com/office/drawing/2014/main" id="{3FCAC4C5-E9C8-3391-7A4C-1A32619638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0793"/>
            <a:ext cx="9144000" cy="3286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57019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uadroTexto 4">
            <a:extLst>
              <a:ext uri="{FF2B5EF4-FFF2-40B4-BE49-F238E27FC236}">
                <a16:creationId xmlns:a16="http://schemas.microsoft.com/office/drawing/2014/main" id="{A7C59986-F48B-C2F8-8717-714125E0D234}"/>
              </a:ext>
            </a:extLst>
          </p:cNvPr>
          <p:cNvSpPr txBox="1"/>
          <p:nvPr/>
        </p:nvSpPr>
        <p:spPr>
          <a:xfrm>
            <a:off x="1926166" y="88135"/>
            <a:ext cx="529166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MX" b="1" dirty="0">
                <a:latin typeface="Montserrat" pitchFamily="2" charset="0"/>
              </a:rPr>
              <a:t>Opinión emitida por radioescuchas</a:t>
            </a: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4C4A326B-17D4-57DE-F59C-F81AA5E08F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057743"/>
            <a:ext cx="9144000" cy="30280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48208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>
            <a:extLst>
              <a:ext uri="{FF2B5EF4-FFF2-40B4-BE49-F238E27FC236}">
                <a16:creationId xmlns:a16="http://schemas.microsoft.com/office/drawing/2014/main" id="{9BA4FDF3-73D0-20C6-94F5-7E9F2481C0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1106" y="1453514"/>
            <a:ext cx="5061788" cy="22364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362456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4278</TotalTime>
  <Words>80</Words>
  <Application>Microsoft Office PowerPoint</Application>
  <PresentationFormat>Presentación en pantalla (16:9)</PresentationFormat>
  <Paragraphs>20</Paragraphs>
  <Slides>17</Slides>
  <Notes>6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17</vt:i4>
      </vt:variant>
    </vt:vector>
  </HeadingPairs>
  <TitlesOfParts>
    <vt:vector size="21" baseType="lpstr">
      <vt:lpstr>Arial</vt:lpstr>
      <vt:lpstr>Montserrat</vt:lpstr>
      <vt:lpstr>Montserrat Black</vt:lpstr>
      <vt:lpstr>Simple Light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Francisco Villeda</dc:creator>
  <cp:lastModifiedBy>Francisco Villeda Velazquez</cp:lastModifiedBy>
  <cp:revision>424</cp:revision>
  <dcterms:modified xsi:type="dcterms:W3CDTF">2026-07-08T23:39:44Z</dcterms:modified>
</cp:coreProperties>
</file>