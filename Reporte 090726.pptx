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9" r:id="rId16"/>
    <p:sldId id="400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5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09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82ED1E-8CBF-3473-5DDB-EDC616120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3751"/>
            <a:ext cx="9144000" cy="339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91B8E2-B470-268C-94F6-179B77BD6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3281"/>
            <a:ext cx="9144000" cy="247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C7696C2-8592-824B-B1DF-E835D6F75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6C91375-AE70-F681-8FBD-292F561D9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29" y="728396"/>
            <a:ext cx="8002117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3C174F-A909-4E16-5A4B-FEAA2863C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7203"/>
            <a:ext cx="9144000" cy="339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70EF38-E759-9122-E63F-29F15E855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9C7D525-B595-0F3C-5786-7FBFC199D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1506C8-9D9B-9DC5-2F24-430D5678D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66" y="1357133"/>
            <a:ext cx="8011643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13C33A-79E8-A134-0DEA-F9269A96E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0212"/>
            <a:ext cx="9144000" cy="396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9E5CD16-A91C-D685-089C-2CF71D886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6481"/>
            <a:ext cx="9144000" cy="297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3CF496-F093-EFF2-B535-D50177180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0752"/>
            <a:ext cx="9144000" cy="334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9C03CD-3645-648F-91BF-7F74F9ECB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7449"/>
            <a:ext cx="9144000" cy="298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862865-0C85-1EAF-3C25-50DFC148F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0407"/>
            <a:ext cx="9144000" cy="434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90E6-C482-6ED3-A65F-1D7028B1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0C7E5EC-44E9-0606-186C-BB6D6A551476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CAC4C5-E9C8-3391-7A4C-1A3261963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0793"/>
            <a:ext cx="9144000" cy="328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701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C4A326B-17D4-57DE-F59C-F81AA5E08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7743"/>
            <a:ext cx="9144000" cy="302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4284</TotalTime>
  <Words>80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425</cp:revision>
  <dcterms:modified xsi:type="dcterms:W3CDTF">2026-07-09T15:01:41Z</dcterms:modified>
</cp:coreProperties>
</file>