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05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76330F6-3469-E614-C22F-3D116001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1713"/>
            <a:ext cx="9144000" cy="37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8C3E9C-7687-7CB5-B20B-712CD17E6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1926"/>
            <a:ext cx="9144000" cy="278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1146332-9C1F-4388-2C97-351913EED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3C761D6-981E-D35D-0864-9155C312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30601"/>
            <a:ext cx="9144000" cy="322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C7EEBA5-735D-AE5A-C0A7-D52C80A59340}"/>
              </a:ext>
            </a:extLst>
          </p:cNvPr>
          <p:cNvSpPr txBox="1"/>
          <p:nvPr/>
        </p:nvSpPr>
        <p:spPr>
          <a:xfrm>
            <a:off x="1699200" y="2255886"/>
            <a:ext cx="574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C41B431-DC61-05FE-296B-D2D4404B32C3}"/>
              </a:ext>
            </a:extLst>
          </p:cNvPr>
          <p:cNvSpPr txBox="1"/>
          <p:nvPr/>
        </p:nvSpPr>
        <p:spPr>
          <a:xfrm>
            <a:off x="1699200" y="2255886"/>
            <a:ext cx="574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1E44F07-9D8B-02E7-B52E-65CAD6770744}"/>
              </a:ext>
            </a:extLst>
          </p:cNvPr>
          <p:cNvSpPr txBox="1"/>
          <p:nvPr/>
        </p:nvSpPr>
        <p:spPr>
          <a:xfrm>
            <a:off x="1699200" y="2255886"/>
            <a:ext cx="574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FA5CFE-DCAD-5233-AF55-237F24428EE7}"/>
              </a:ext>
            </a:extLst>
          </p:cNvPr>
          <p:cNvSpPr txBox="1"/>
          <p:nvPr/>
        </p:nvSpPr>
        <p:spPr>
          <a:xfrm>
            <a:off x="1699200" y="2255886"/>
            <a:ext cx="574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0F68E3A-A6CA-3DC7-4249-697609BE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713298"/>
            <a:ext cx="9144000" cy="3859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162A28F-854D-1295-3A54-D6DAF6431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878"/>
            <a:ext cx="9144000" cy="299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A3FE22-E6E9-70FD-927E-DE3464EC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454109"/>
            <a:ext cx="9144000" cy="437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0C92A6-BE2B-AB10-E610-1BFED522DC9B}"/>
              </a:ext>
            </a:extLst>
          </p:cNvPr>
          <p:cNvSpPr txBox="1"/>
          <p:nvPr/>
        </p:nvSpPr>
        <p:spPr>
          <a:xfrm>
            <a:off x="1699200" y="2255886"/>
            <a:ext cx="574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000" b="1" dirty="0">
                <a:latin typeface="Montserrat" panose="00000500000000000000" pitchFamily="2" charset="0"/>
              </a:rPr>
              <a:t>No se registró información del gobernador en radiodifusoras</a:t>
            </a:r>
          </a:p>
        </p:txBody>
      </p:sp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74ECA6-5001-06F4-F55F-7C3DF27C8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690"/>
            <a:ext cx="9144000" cy="4372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6174850-78E0-1780-3001-E6CE0D9C8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4" y="704850"/>
            <a:ext cx="5810250" cy="443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4900</TotalTime>
  <Words>121</Words>
  <Application>Microsoft Office PowerPoint</Application>
  <PresentationFormat>Presentación en pantalla (16:9)</PresentationFormat>
  <Paragraphs>24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522</cp:revision>
  <dcterms:modified xsi:type="dcterms:W3CDTF">2026-10-05T23:42:24Z</dcterms:modified>
</cp:coreProperties>
</file>