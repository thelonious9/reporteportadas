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9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05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6330F6-3469-E614-C22F-3D1160019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713"/>
            <a:ext cx="9144000" cy="37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8C3E9C-7687-7CB5-B20B-712CD17E6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926"/>
            <a:ext cx="9144000" cy="27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1146332-9C1F-4388-2C97-351913EED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C761D6-981E-D35D-0864-9155C312F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01"/>
            <a:ext cx="9144000" cy="32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C7EEBA5-735D-AE5A-C0A7-D52C80A59340}"/>
              </a:ext>
            </a:extLst>
          </p:cNvPr>
          <p:cNvSpPr txBox="1"/>
          <p:nvPr/>
        </p:nvSpPr>
        <p:spPr>
          <a:xfrm>
            <a:off x="1699200" y="2255886"/>
            <a:ext cx="574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41B431-DC61-05FE-296B-D2D4404B32C3}"/>
              </a:ext>
            </a:extLst>
          </p:cNvPr>
          <p:cNvSpPr txBox="1"/>
          <p:nvPr/>
        </p:nvSpPr>
        <p:spPr>
          <a:xfrm>
            <a:off x="1699200" y="2255886"/>
            <a:ext cx="574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E44F07-9D8B-02E7-B52E-65CAD6770744}"/>
              </a:ext>
            </a:extLst>
          </p:cNvPr>
          <p:cNvSpPr txBox="1"/>
          <p:nvPr/>
        </p:nvSpPr>
        <p:spPr>
          <a:xfrm>
            <a:off x="1699200" y="2255886"/>
            <a:ext cx="574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FA5CFE-DCAD-5233-AF55-237F24428EE7}"/>
              </a:ext>
            </a:extLst>
          </p:cNvPr>
          <p:cNvSpPr txBox="1"/>
          <p:nvPr/>
        </p:nvSpPr>
        <p:spPr>
          <a:xfrm>
            <a:off x="1699200" y="2255886"/>
            <a:ext cx="574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5D2B7D-26B2-86CD-BF3F-89BF5E20C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904"/>
            <a:ext cx="9144000" cy="428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A33775-7E18-E986-508B-3299B2C4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311"/>
            <a:ext cx="9144000" cy="329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2189D9-CCEE-FF84-3E4F-B7CFDB0D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942"/>
            <a:ext cx="9144000" cy="36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04E957-F633-E28A-471E-4AFE58F4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819"/>
            <a:ext cx="9144000" cy="33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74F081-942A-C5A1-55FB-F2657E54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08984"/>
            <a:ext cx="9144000" cy="43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5F8A2-3225-5E40-44C8-4501D2CD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1432DDF-F868-30DB-67DD-5C74CE34451C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E2040E-8172-4BC5-8BDB-8F83FB11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8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432A3F-6253-F7B6-ADAD-FFE5BDBE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49" y="995363"/>
            <a:ext cx="33909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4897</TotalTime>
  <Words>118</Words>
  <Application>Microsoft Office PowerPoint</Application>
  <PresentationFormat>Presentación en pantalla (16:9)</PresentationFormat>
  <Paragraphs>24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521</cp:revision>
  <dcterms:modified xsi:type="dcterms:W3CDTF">2026-10-05T14:59:06Z</dcterms:modified>
</cp:coreProperties>
</file>