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7"/>
  </p:notesMasterIdLst>
  <p:sldIdLst>
    <p:sldId id="350" r:id="rId2"/>
    <p:sldId id="365" r:id="rId3"/>
    <p:sldId id="352" r:id="rId4"/>
    <p:sldId id="393" r:id="rId5"/>
    <p:sldId id="378" r:id="rId6"/>
    <p:sldId id="394" r:id="rId7"/>
    <p:sldId id="395" r:id="rId8"/>
    <p:sldId id="396" r:id="rId9"/>
    <p:sldId id="388" r:id="rId10"/>
    <p:sldId id="351" r:id="rId11"/>
    <p:sldId id="369" r:id="rId12"/>
    <p:sldId id="361" r:id="rId13"/>
    <p:sldId id="371" r:id="rId14"/>
    <p:sldId id="384" r:id="rId15"/>
    <p:sldId id="280" r:id="rId16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18"/>
      <p:bold r:id="rId19"/>
      <p:italic r:id="rId20"/>
      <p:boldItalic r:id="rId21"/>
    </p:embeddedFont>
    <p:embeddedFont>
      <p:font typeface="Montserrat Black" panose="00000A00000000000000" pitchFamily="2" charset="0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20</a:t>
            </a: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 </a:t>
            </a:r>
            <a:r>
              <a:rPr lang="es-MX" sz="1600" dirty="0">
                <a:solidFill>
                  <a:srgbClr val="D8AB72"/>
                </a:solidFill>
              </a:rPr>
              <a:t> de mayo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14:00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78379D8F-E8C5-7EA8-DBB0-B6484BBC9BD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2CB932A-FE78-7AF5-88E8-8FAE6E6F6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73144"/>
            <a:ext cx="9144000" cy="379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651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3CDA7A1-7A68-B13F-89DD-16B89D2F9C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7271"/>
            <a:ext cx="9144000" cy="2768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91BAFB3-DF98-876E-A714-E82B4E7228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9897" y="585900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6AC3F1A-26ED-F246-AEF6-9C1E783215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4514"/>
            <a:ext cx="9144000" cy="3634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895CBB-7EDA-678C-3FCC-2B16BA897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1286EB35-EF9C-CD29-A384-54A2E32DDAF9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08F8B65-5455-BB19-9B88-A30CA49A8E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6819"/>
            <a:ext cx="9144000" cy="3792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205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C1EBBA-92C3-5476-C1AF-7F36B78D3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883E10B7-5306-FB47-3253-891CB7DAD4C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8BF1F5-51A2-336E-1957-C4179AD89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0732"/>
            <a:ext cx="4535488" cy="3124912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9091726A-35CF-950C-BD52-83168FB62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5488" y="1080732"/>
            <a:ext cx="4608512" cy="3053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2212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20EC88FD-15B2-677D-05EF-322F29B5CBF5}"/>
              </a:ext>
            </a:extLst>
          </p:cNvPr>
          <p:cNvSpPr txBox="1"/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4716A7C-6418-7822-7D6D-9D4E752EB7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047" y="1480985"/>
            <a:ext cx="7925906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4874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C10C9C3-4DCB-5174-1700-9763AE3F8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3864"/>
            <a:ext cx="9144000" cy="3515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EC7FF1-A0EB-1117-AFFD-010733CE3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4854"/>
            <a:ext cx="9144000" cy="257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5D7BCF6E-2696-F1FC-3D9A-A77C9C94D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2794"/>
            <a:ext cx="9144000" cy="323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A3AFB75-EEAE-4107-B871-818116FA16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8397"/>
            <a:ext cx="9144000" cy="2706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0B8C4A5C-A162-5CA4-F8C3-26E66CF456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5637"/>
            <a:ext cx="9144000" cy="4052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5CA6E3AA-9467-5FF2-A182-F9C74DF835BA}"/>
              </a:ext>
            </a:extLst>
          </p:cNvPr>
          <p:cNvSpPr txBox="1"/>
          <p:nvPr/>
        </p:nvSpPr>
        <p:spPr>
          <a:xfrm>
            <a:off x="1926166" y="0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Información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204D9B2-2A48-E212-D473-22D6FB14F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63" y="737931"/>
            <a:ext cx="7516274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8881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3939</TotalTime>
  <Words>67</Words>
  <Application>Microsoft Office PowerPoint</Application>
  <PresentationFormat>Presentación en pantalla (16:9)</PresentationFormat>
  <Paragraphs>18</Paragraphs>
  <Slides>15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9" baseType="lpstr">
      <vt:lpstr>Montserrat</vt:lpstr>
      <vt:lpstr>Montserrat Black</vt:lpstr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371</cp:revision>
  <dcterms:modified xsi:type="dcterms:W3CDTF">2026-05-21T02:44:52Z</dcterms:modified>
</cp:coreProperties>
</file>