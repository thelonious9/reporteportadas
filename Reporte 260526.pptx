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365" r:id="rId3"/>
    <p:sldId id="352" r:id="rId4"/>
    <p:sldId id="393" r:id="rId5"/>
    <p:sldId id="378" r:id="rId6"/>
    <p:sldId id="394" r:id="rId7"/>
    <p:sldId id="395" r:id="rId8"/>
    <p:sldId id="396" r:id="rId9"/>
    <p:sldId id="388" r:id="rId10"/>
    <p:sldId id="351" r:id="rId11"/>
    <p:sldId id="369" r:id="rId12"/>
    <p:sldId id="361" r:id="rId13"/>
    <p:sldId id="371" r:id="rId14"/>
    <p:sldId id="398" r:id="rId15"/>
    <p:sldId id="384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06" y="14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D8FB4-E321-0E01-8262-6CF75FF3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92D699-CFB9-7D9E-96EA-B379B7F5A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055D00D-F622-9591-B42F-DD768852A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466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26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</a:t>
            </a:r>
            <a:r>
              <a:rPr lang="es-MX" sz="1600" dirty="0">
                <a:solidFill>
                  <a:srgbClr val="D8AB72"/>
                </a:solidFill>
              </a:rPr>
              <a:t> de mayo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14:00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EFC69BF-0466-B27F-44C1-D10432B3B9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6567"/>
            <a:ext cx="9144000" cy="3850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02B3D4A-46F2-84F2-3F15-620D3EE0C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74543"/>
            <a:ext cx="9144000" cy="2794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5B23-9219-C74D-1B93-EB466FF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5272FFEB-F79A-B289-E2B0-F9E2F92695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5624F94-0DDE-1382-8F6A-0A16D7D3C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9897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791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84F1833-C635-0EAB-EA66-5A0D226FA8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863" y="309247"/>
            <a:ext cx="7878274" cy="452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95CBB-7EDA-678C-3FCC-2B16BA897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1286EB35-EF9C-CD29-A384-54A2E32DDA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FCBB340-D6DD-F5E1-76CF-92D1354C0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0247"/>
            <a:ext cx="9144000" cy="3805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2059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C1EBBA-92C3-5476-C1AF-7F36B78D3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883E10B7-5306-FB47-3253-891CB7DAD4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7AC3E6B-1D37-5CF9-65AA-0EC6B7C0FA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691088"/>
            <a:ext cx="4572000" cy="39042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147DC79-9BCE-AA5F-05FD-83E221E73F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5487" y="727144"/>
            <a:ext cx="4608512" cy="3832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221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20EC88FD-15B2-677D-05EF-322F29B5CBF5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67E415B-57D3-62ED-44E7-E427BE7DBC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2601" y="885589"/>
            <a:ext cx="6258798" cy="3372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4874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6845FE9-8A0F-513E-8288-497210BE9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96643"/>
            <a:ext cx="9144000" cy="3893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EF6A18D-F572-59B9-6C7A-62D1836B0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7984"/>
            <a:ext cx="9144000" cy="2970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94C1190-FDE4-6D4A-D9D9-D20ACDBB3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2696"/>
            <a:ext cx="9144000" cy="436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7A1B0E5-3C7A-143C-C740-63E6B84FD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7404"/>
            <a:ext cx="9144000" cy="3091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9BFA30F-8B3A-944A-4770-E57102F97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9886"/>
            <a:ext cx="9144000" cy="436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C7708-DCCA-DE7C-B9EB-ED6BAEAAD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2C3C8974-6B06-B7AB-35FE-D8F2FAD85529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B6F5D09-DDDF-D1A0-815B-7E338948B8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17453"/>
            <a:ext cx="9144000" cy="2108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7557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5CA6E3AA-9467-5FF2-A182-F9C74DF835BA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Información emitida por radioescuchas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D30E29A-6825-7627-6C32-908BE6F71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1018"/>
            <a:ext cx="9144000" cy="3421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88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3978</TotalTime>
  <Words>72</Words>
  <Application>Microsoft Office PowerPoint</Application>
  <PresentationFormat>Presentación en pantalla (16:9)</PresentationFormat>
  <Paragraphs>19</Paragraphs>
  <Slides>16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Montserrat</vt:lpstr>
      <vt:lpstr>Arial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379</cp:revision>
  <dcterms:modified xsi:type="dcterms:W3CDTF">2026-05-26T15:36:11Z</dcterms:modified>
</cp:coreProperties>
</file>