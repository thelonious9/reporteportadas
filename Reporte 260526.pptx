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98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4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26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708900-7912-E1B7-19B1-23A9CC4E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393"/>
            <a:ext cx="9144000" cy="277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57BFFB-063A-5563-BA19-2966ED445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7" y="597488"/>
            <a:ext cx="7484961" cy="42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83E319-B395-9F9F-561F-D8967F51D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94" y="1190423"/>
            <a:ext cx="7964011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FFE806-38E2-07ED-B92B-2621C3F5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319"/>
            <a:ext cx="9144000" cy="376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1F0743-A88B-A82B-6C0C-DDAA7BCD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1088"/>
            <a:ext cx="4535488" cy="3904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F3ED15-3EA1-D24F-9B70-4EDFA6BB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12" y="691088"/>
            <a:ext cx="4535488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53ADB3-2BB8-95A7-7663-A86E93E1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34" y="1433867"/>
            <a:ext cx="6227307" cy="24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845FE9-8A0F-513E-8288-497210BE9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6643"/>
            <a:ext cx="9144000" cy="38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F6A18D-F572-59B9-6C7A-62D1836B0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984"/>
            <a:ext cx="9144000" cy="29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4C1190-FDE4-6D4A-D9D9-D20ACDBB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696"/>
            <a:ext cx="9144000" cy="43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A1B0E5-3C7A-143C-C740-63E6B84F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404"/>
            <a:ext cx="9144000" cy="309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BFA30F-8B3A-944A-4770-E57102F97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886"/>
            <a:ext cx="9144000" cy="436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7708-DCCA-DE7C-B9EB-ED6BAEA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C3C8974-6B06-B7AB-35FE-D8F2FAD85529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6F5D09-DDDF-D1A0-815B-7E338948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453"/>
            <a:ext cx="9144000" cy="210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5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30E29A-6825-7627-6C32-908BE6F7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018"/>
            <a:ext cx="9144000" cy="342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3973</TotalTime>
  <Words>72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378</cp:revision>
  <dcterms:modified xsi:type="dcterms:W3CDTF">2026-05-26T15:29:07Z</dcterms:modified>
</cp:coreProperties>
</file>