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7"/>
  </p:notesMasterIdLst>
  <p:sldIdLst>
    <p:sldId id="350" r:id="rId2"/>
    <p:sldId id="365" r:id="rId3"/>
    <p:sldId id="352" r:id="rId4"/>
    <p:sldId id="393" r:id="rId5"/>
    <p:sldId id="378" r:id="rId6"/>
    <p:sldId id="394" r:id="rId7"/>
    <p:sldId id="395" r:id="rId8"/>
    <p:sldId id="396" r:id="rId9"/>
    <p:sldId id="388" r:id="rId10"/>
    <p:sldId id="351" r:id="rId11"/>
    <p:sldId id="369" r:id="rId12"/>
    <p:sldId id="361" r:id="rId13"/>
    <p:sldId id="371" r:id="rId14"/>
    <p:sldId id="384" r:id="rId15"/>
    <p:sldId id="280" r:id="rId16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8"/>
      <p:bold r:id="rId19"/>
      <p:italic r:id="rId20"/>
      <p:boldItalic r:id="rId21"/>
    </p:embeddedFont>
    <p:embeddedFont>
      <p:font typeface="Montserrat Black" panose="00000A00000000000000" pitchFamily="2" charset="0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06" y="120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D8FB4-E321-0E01-8262-6CF75FF3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992D699-CFB9-7D9E-96EA-B379B7F5A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055D00D-F622-9591-B42F-DD768852A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72466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26</a:t>
            </a: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 </a:t>
            </a:r>
            <a:r>
              <a:rPr lang="es-MX" sz="1600" dirty="0">
                <a:solidFill>
                  <a:srgbClr val="D8AB72"/>
                </a:solidFill>
              </a:rPr>
              <a:t> de mayo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14:00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78379D8F-E8C5-7EA8-DBB0-B6484BBC9B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EFC69BF-0466-B27F-44C1-D10432B3B9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6567"/>
            <a:ext cx="9144000" cy="3850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51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02B3D4A-46F2-84F2-3F15-620D3EE0C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74543"/>
            <a:ext cx="9144000" cy="2794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115B23-9219-C74D-1B93-EB466FF53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5272FFEB-F79A-B289-E2B0-F9E2F92695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5624F94-0DDE-1382-8F6A-0A16D7D3C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9897" y="691088"/>
            <a:ext cx="6844205" cy="39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791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84F1833-C635-0EAB-EA66-5A0D226FA8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863" y="309247"/>
            <a:ext cx="7878274" cy="452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95CBB-7EDA-678C-3FCC-2B16BA897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1286EB35-EF9C-CD29-A384-54A2E32DDA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FCBB340-D6DD-F5E1-76CF-92D1354C00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0247"/>
            <a:ext cx="9144000" cy="3805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2059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C1EBBA-92C3-5476-C1AF-7F36B78D3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883E10B7-5306-FB47-3253-891CB7DAD4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67AC3E6B-1D37-5CF9-65AA-0EC6B7C0FA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691088"/>
            <a:ext cx="4572000" cy="390420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1147DC79-9BCE-AA5F-05FD-83E221E73F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5487" y="727144"/>
            <a:ext cx="4608512" cy="3832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221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20EC88FD-15B2-677D-05EF-322F29B5CBF5}"/>
              </a:ext>
            </a:extLst>
          </p:cNvPr>
          <p:cNvSpPr txBox="1"/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67E415B-57D3-62ED-44E7-E427BE7DBC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2601" y="885589"/>
            <a:ext cx="6258798" cy="3372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4874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FD39E68A-78E0-2C0A-F9FF-7DADF4AA45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4785"/>
            <a:ext cx="9144000" cy="3933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568C9F9-2867-AC59-F262-E76FE9B96F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8224"/>
            <a:ext cx="9144000" cy="2847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557528E-1F2D-EE75-28EA-DD68017FD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17888"/>
            <a:ext cx="9144000" cy="4307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1A72CE9-2FBB-1475-020D-6F88D395F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7093"/>
            <a:ext cx="9144000" cy="3169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889D5F8-BBBD-750F-6A1A-41B841CED7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30972"/>
            <a:ext cx="9144000" cy="3881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5CA6E3AA-9467-5FF2-A182-F9C74DF835BA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Información emitida por radioescuchas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B8E8162-D630-785B-94BC-D319B2BAA0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06470"/>
            <a:ext cx="9144000" cy="3530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881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3982</TotalTime>
  <Words>67</Words>
  <Application>Microsoft Office PowerPoint</Application>
  <PresentationFormat>Presentación en pantalla (16:9)</PresentationFormat>
  <Paragraphs>18</Paragraphs>
  <Slides>15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Montserrat Black</vt:lpstr>
      <vt:lpstr>Montserrat</vt:lpstr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380</cp:revision>
  <dcterms:modified xsi:type="dcterms:W3CDTF">2026-05-27T00:48:51Z</dcterms:modified>
</cp:coreProperties>
</file>