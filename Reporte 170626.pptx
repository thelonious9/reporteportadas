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9"/>
  </p:notesMasterIdLst>
  <p:sldIdLst>
    <p:sldId id="350" r:id="rId2"/>
    <p:sldId id="352" r:id="rId3"/>
    <p:sldId id="393" r:id="rId4"/>
    <p:sldId id="399" r:id="rId5"/>
    <p:sldId id="378" r:id="rId6"/>
    <p:sldId id="394" r:id="rId7"/>
    <p:sldId id="395" r:id="rId8"/>
    <p:sldId id="396" r:id="rId9"/>
    <p:sldId id="388" r:id="rId10"/>
    <p:sldId id="351" r:id="rId11"/>
    <p:sldId id="369" r:id="rId12"/>
    <p:sldId id="361" r:id="rId13"/>
    <p:sldId id="371" r:id="rId14"/>
    <p:sldId id="401" r:id="rId15"/>
    <p:sldId id="402" r:id="rId16"/>
    <p:sldId id="400" r:id="rId17"/>
    <p:sldId id="280" r:id="rId18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20"/>
      <p:bold r:id="rId21"/>
      <p:italic r:id="rId22"/>
      <p:boldItalic r:id="rId23"/>
    </p:embeddedFont>
    <p:embeddedFont>
      <p:font typeface="Montserrat Black" panose="00000A00000000000000" pitchFamily="2" charset="0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FA"/>
    <a:srgbClr val="F4F6F8"/>
    <a:srgbClr val="691B31"/>
    <a:srgbClr val="3A3A3A"/>
    <a:srgbClr val="D8AB72"/>
    <a:srgbClr val="B28D5E"/>
    <a:srgbClr val="DBC6A0"/>
    <a:srgbClr val="F6E3C5"/>
    <a:srgbClr val="BC955B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14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63358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D8FB4-E321-0E01-8262-6CF75FF3C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992D699-CFB9-7D9E-96EA-B379B7F5A6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055D00D-F622-9591-B42F-DD768852A2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724661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49345-865A-0DA3-76DB-D96B92B9C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FA5609B-DEE3-43D0-62AD-1D7731C038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2E0C674-5D05-F1AA-1E23-CB69872B21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994495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544991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</a:t>
            </a:r>
            <a:r>
              <a:rPr kumimoji="0" lang="es-MX" sz="1600" b="0" i="0" u="none" strike="noStrike" kern="0" cap="none" spc="0" normalizeH="0" baseline="0" noProof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: 17</a:t>
            </a:r>
            <a:r>
              <a:rPr lang="es-MX" sz="1600">
                <a:solidFill>
                  <a:srgbClr val="D8AB72"/>
                </a:solidFill>
              </a:rPr>
              <a:t> </a:t>
            </a:r>
            <a:r>
              <a:rPr lang="es-MX" sz="1600" dirty="0">
                <a:solidFill>
                  <a:srgbClr val="D8AB72"/>
                </a:solidFill>
              </a:rPr>
              <a:t>de junio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16:00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733E49C1-1D8F-00BE-B848-54AEEE19433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EDC568C-CA38-2AF1-B60D-1CBF771ABB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45190"/>
            <a:ext cx="9144000" cy="3795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73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115B23-9219-C74D-1B93-EB466FF53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5272FFEB-F79A-B289-E2B0-F9E2F92695D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3624404-F574-D1B8-4D26-9D24C23084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69348"/>
            <a:ext cx="9144000" cy="274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791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802CF3-B90A-0EB5-9801-0ED2916EC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426AD94F-EE82-EF95-255F-C7BB0EE7D2C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3FE766E-F861-EF46-B620-3575A53FE2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836" y="523220"/>
            <a:ext cx="7389303" cy="4215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577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DFC28BF4-D482-2861-AE41-CFF0342FFB9A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7A0CD4D-68FB-D1B4-D8B5-84D9325061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2510" y="521758"/>
            <a:ext cx="4505954" cy="1448002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465265B8-26C1-1A67-46BE-EF5DECAF8C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6416" y="1899642"/>
            <a:ext cx="6211167" cy="3243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84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97D9F09-9413-9E72-D4B0-32CA32E1DD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6201"/>
            <a:ext cx="9144000" cy="3233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medios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080596E9-4BE9-E83F-2768-3D41DD6CD3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897" y="691088"/>
            <a:ext cx="6844205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9AA91F8-369A-74EF-C6DA-46C4F5CA1E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897" y="691088"/>
            <a:ext cx="6844205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C4B193F-3734-9114-4571-97CEF6CEFA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6313"/>
            <a:ext cx="9144000" cy="395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E75B805-5BCF-588F-97C5-AE38F1000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7882"/>
            <a:ext cx="9144000" cy="2910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EF389FE-63E9-630C-47F0-1C3E1AF773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5761"/>
            <a:ext cx="9144000" cy="3814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1AAE247-9BE4-3143-A180-0B30C146B0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8133"/>
            <a:ext cx="9144000" cy="3150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4211A38-024C-313A-FDC4-F800842491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78218"/>
            <a:ext cx="9144000" cy="3329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581CC-3E44-E007-5391-2FF11DE95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A07908B9-0429-B1EE-CD49-5627DDA54DD4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20C9172-F5C7-E1BD-4F02-DDA3FA463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9520"/>
            <a:ext cx="9144000" cy="3267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224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E0B47-17D7-ED37-8B0F-2E73DBD07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7F12E314-FB91-B02E-01C6-8B6EFC1CA7E8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BDECA6C-291F-5491-8BE8-B80CA9C1F4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814" y="395912"/>
            <a:ext cx="3284252" cy="474758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A3D993F-8D72-5F18-A074-E57D38D031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1066" y="395912"/>
            <a:ext cx="5477854" cy="3781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9961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A7C59986-F48B-C2F8-8717-714125E0D234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Opinión emitida por radioescuchas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903CA7A-90E6-0DC4-1753-DAFDC4D0A97F}"/>
              </a:ext>
            </a:extLst>
          </p:cNvPr>
          <p:cNvSpPr txBox="1"/>
          <p:nvPr/>
        </p:nvSpPr>
        <p:spPr>
          <a:xfrm>
            <a:off x="424288" y="2166134"/>
            <a:ext cx="8222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anose="00000500000000000000" pitchFamily="2" charset="0"/>
              </a:rPr>
              <a:t>No se registró información emitida por radioescuchas</a:t>
            </a:r>
          </a:p>
        </p:txBody>
      </p:sp>
    </p:spTree>
    <p:extLst>
      <p:ext uri="{BB962C8B-B14F-4D97-AF65-F5344CB8AC3E}">
        <p14:creationId xmlns:p14="http://schemas.microsoft.com/office/powerpoint/2010/main" val="26148208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4135</TotalTime>
  <Words>86</Words>
  <Application>Microsoft Office PowerPoint</Application>
  <PresentationFormat>Presentación en pantalla (16:9)</PresentationFormat>
  <Paragraphs>21</Paragraphs>
  <Slides>17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Montserrat Black</vt:lpstr>
      <vt:lpstr>Arial</vt:lpstr>
      <vt:lpstr>Montserrat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400</cp:revision>
  <dcterms:modified xsi:type="dcterms:W3CDTF">2026-06-17T23:05:08Z</dcterms:modified>
</cp:coreProperties>
</file>