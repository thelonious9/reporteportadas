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52" r:id="rId3"/>
    <p:sldId id="365" r:id="rId4"/>
    <p:sldId id="378" r:id="rId5"/>
    <p:sldId id="374" r:id="rId6"/>
    <p:sldId id="376" r:id="rId7"/>
    <p:sldId id="377" r:id="rId8"/>
    <p:sldId id="281" r:id="rId9"/>
    <p:sldId id="351" r:id="rId10"/>
    <p:sldId id="369" r:id="rId11"/>
    <p:sldId id="361" r:id="rId12"/>
    <p:sldId id="370" r:id="rId13"/>
    <p:sldId id="371" r:id="rId14"/>
    <p:sldId id="372" r:id="rId15"/>
    <p:sldId id="373" r:id="rId16"/>
    <p:sldId id="280" r:id="rId17"/>
  </p:sldIdLst>
  <p:sldSz cx="9144000" cy="5143500" type="screen16x9"/>
  <p:notesSz cx="6858000" cy="9144000"/>
  <p:embeddedFontLs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Black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8" y="48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3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6B805C-299A-53E8-AF61-70CD523E4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99" y="1713267"/>
            <a:ext cx="2946401" cy="343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795DB294-B740-1468-2887-76FEC0E209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14"/>
          <a:stretch>
            <a:fillRect/>
          </a:stretch>
        </p:blipFill>
        <p:spPr>
          <a:xfrm>
            <a:off x="4535488" y="2857387"/>
            <a:ext cx="4572001" cy="2286113"/>
          </a:xfrm>
          <a:prstGeom prst="rect">
            <a:avLst/>
          </a:prstGeom>
        </p:spPr>
      </p:pic>
      <p:pic>
        <p:nvPicPr>
          <p:cNvPr id="9" name="Imagen 8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124037E7-C80A-AC66-3E9B-4634F1F51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774410"/>
            <a:ext cx="4572000" cy="108297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BD34DC2-CAF1-E0F0-1E89-B4BA19A78B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43178"/>
            <a:ext cx="9144000" cy="75225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A262D50-9231-75FE-194D-7566C0BD7E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95436"/>
            <a:ext cx="9144000" cy="77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173B5FC-09B4-220D-8C90-3D47BCF3C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2530" y="73613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es-MX" b="1" i="0" dirty="0">
                <a:solidFill>
                  <a:srgbClr val="2C3E50"/>
                </a:solidFill>
                <a:effectLst/>
                <a:latin typeface="Montserrat" pitchFamily="2" charset="0"/>
              </a:rPr>
              <a:t>Dependencia por Recurso Editorial</a:t>
            </a: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8BFF2A3-728F-7377-933F-8F807A44D9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4530" y="69013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es-MX" b="1" i="0" dirty="0">
                <a:solidFill>
                  <a:srgbClr val="2C3E50"/>
                </a:solidFill>
                <a:effectLst/>
                <a:latin typeface="Montserrat" pitchFamily="2" charset="0"/>
              </a:rPr>
              <a:t>Medios por Recurso Editorial</a:t>
            </a:r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9E1351A7-0439-BA84-2425-CC92480D7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9" y="1089912"/>
            <a:ext cx="3969763" cy="405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546D0743-472A-0A0E-8CED-1DFAA3C41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920" y="1089912"/>
            <a:ext cx="3969763" cy="405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2421466" y="21017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6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ocho columnas</a:t>
            </a:r>
          </a:p>
        </p:txBody>
      </p:sp>
      <p:pic>
        <p:nvPicPr>
          <p:cNvPr id="9" name="Imagen 8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AA8C7FC2-61A7-AA7C-1831-F1B7F68BE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4628"/>
            <a:ext cx="9144000" cy="453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94AAA5-6BFD-597D-2AB1-31057A8BA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884"/>
            <a:ext cx="9144000" cy="914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06A6D8-7CC5-CEFC-FAF7-CFE4A8663F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6DA5DB6-771E-0CB3-5FD7-BBFFFC9FA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3284"/>
            <a:ext cx="9144000" cy="960654"/>
          </a:xfrm>
          <a:prstGeom prst="rect">
            <a:avLst/>
          </a:prstGeom>
        </p:spPr>
      </p:pic>
      <p:pic>
        <p:nvPicPr>
          <p:cNvPr id="12" name="Imagen 1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6B6A0F8-0C48-1F68-7710-25A73938B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441" y="2224029"/>
            <a:ext cx="4272559" cy="838317"/>
          </a:xfrm>
          <a:prstGeom prst="rect">
            <a:avLst/>
          </a:prstGeom>
        </p:spPr>
      </p:pic>
      <p:pic>
        <p:nvPicPr>
          <p:cNvPr id="14" name="Imagen 1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E82E527D-1DED-7656-7EFC-100F3EAD4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729" y="3062346"/>
            <a:ext cx="4264271" cy="838317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153B693-9396-4433-E878-1BDC337ED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92012"/>
            <a:ext cx="2819400" cy="2951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1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D4BE96-F2E3-E812-50CF-66AB2076B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latin typeface="Montserrat" pitchFamily="2" charset="0"/>
              </a:rPr>
              <a:t>Gobernador</a:t>
            </a:r>
            <a:endParaRPr lang="es-MX" sz="2800" b="1" dirty="0">
              <a:latin typeface="Montserrat" pitchFamily="2" charset="0"/>
            </a:endParaRP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3A23BF3F-C635-35C9-8068-16A183AF0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3220"/>
            <a:ext cx="4442356" cy="453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616F586F-4E9F-3D55-F30F-32E4CC134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38007"/>
            <a:ext cx="4442356" cy="453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2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0BFFFA-A68D-A4C5-3185-D4186E302C8C}"/>
              </a:ext>
            </a:extLst>
          </p:cNvPr>
          <p:cNvSpPr txBox="1"/>
          <p:nvPr/>
        </p:nvSpPr>
        <p:spPr>
          <a:xfrm>
            <a:off x="1225126" y="144380"/>
            <a:ext cx="6620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Información del gobernador en primeras planas</a:t>
            </a:r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F1ACFC34-BEEA-C23E-6EE6-806DCD8F4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294"/>
            <a:ext cx="9144000" cy="39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8C7BA637-813D-7EC4-4238-E79CD4F6F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97"/>
            <a:ext cx="9144000" cy="513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F9ABD8E0-3C95-0449-DCBE-3A41D2889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79"/>
            <a:ext cx="9144000" cy="385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id="{3E26D352-CCFD-6DFA-7FF1-21D463639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1" y="0"/>
            <a:ext cx="899863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C91067E-6E62-3E20-FA2E-6FA81D46D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060"/>
            <a:ext cx="9144000" cy="423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9" name="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690108E4-C66E-B463-B5BB-DCB76D5E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321"/>
            <a:ext cx="9144000" cy="3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9" name="Imagen 8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E452ECE1-EEB4-96C3-923D-FA6BC9E40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351"/>
            <a:ext cx="9144000" cy="360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898E414-306F-6292-D883-36C93EA47B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id="{09CA8326-705D-FC1D-B73F-2BC1AFDAB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106"/>
            <a:ext cx="9144000" cy="359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5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A576E00-9CCE-5DEC-22E2-145ADCCE2440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8" name="Imagen 7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7239C7C3-6ACE-B373-10EF-B0DE57F0E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870"/>
            <a:ext cx="9144000" cy="366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576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2907</TotalTime>
  <Words>68</Words>
  <Application>Microsoft Office PowerPoint</Application>
  <PresentationFormat>Presentación en pantalla (16:9)</PresentationFormat>
  <Paragraphs>17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288</cp:revision>
  <dcterms:modified xsi:type="dcterms:W3CDTF">2026-03-03T17:27:27Z</dcterms:modified>
</cp:coreProperties>
</file>