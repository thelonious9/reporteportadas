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01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FD36E6-790C-525D-1D81-5046FF6F5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8877"/>
            <a:ext cx="9144000" cy="340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69B8E7-08F0-0C07-4151-474296A02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855"/>
            <a:ext cx="9144000" cy="24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F77CDF-B236-FF90-44F3-1C8C9CD84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6" y="708064"/>
            <a:ext cx="7678924" cy="387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673268-CBAA-6B7E-3133-E553F85D1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91" y="590273"/>
            <a:ext cx="532521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0D91C0-2A9B-679F-E146-8E5BDF0DB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287"/>
            <a:ext cx="9144000" cy="33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494F2AC-7C9E-6103-E13D-8BCCDF264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940"/>
            <a:ext cx="4535488" cy="34564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727AACD-7065-91D6-786B-BD98973F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939"/>
            <a:ext cx="4572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D57D57-07B0-6AF9-FC0B-3F91F524F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1328564"/>
            <a:ext cx="800211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DC7DC0-257C-2933-2506-715547309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7402"/>
            <a:ext cx="9144000" cy="34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C6B1BD-149D-E0BE-1430-648658C12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48462"/>
            <a:ext cx="9144000" cy="258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A63B61-19C3-6270-3957-A092F0B8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747"/>
            <a:ext cx="9144000" cy="328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CA8D02-301B-9D98-B02A-DA17281DD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774"/>
            <a:ext cx="9144000" cy="2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D7E658-F0C1-5D0B-A444-DD4311966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03321"/>
            <a:ext cx="9144000" cy="38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57E3E3-FF83-1504-9B59-6C0A5859B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168"/>
            <a:ext cx="9144000" cy="30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4016</TotalTime>
  <Words>67</Words>
  <Application>Microsoft Office PowerPoint</Application>
  <PresentationFormat>Presentación en pantalla (16:9)</PresentationFormat>
  <Paragraphs>18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385</cp:revision>
  <dcterms:modified xsi:type="dcterms:W3CDTF">2026-06-01T15:07:49Z</dcterms:modified>
</cp:coreProperties>
</file>