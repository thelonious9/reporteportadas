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7"/>
  </p:notesMasterIdLst>
  <p:sldIdLst>
    <p:sldId id="350" r:id="rId2"/>
    <p:sldId id="365" r:id="rId3"/>
    <p:sldId id="352" r:id="rId4"/>
    <p:sldId id="393" r:id="rId5"/>
    <p:sldId id="378" r:id="rId6"/>
    <p:sldId id="394" r:id="rId7"/>
    <p:sldId id="395" r:id="rId8"/>
    <p:sldId id="396" r:id="rId9"/>
    <p:sldId id="388" r:id="rId10"/>
    <p:sldId id="351" r:id="rId11"/>
    <p:sldId id="369" r:id="rId12"/>
    <p:sldId id="361" r:id="rId13"/>
    <p:sldId id="371" r:id="rId14"/>
    <p:sldId id="384" r:id="rId15"/>
    <p:sldId id="280" r:id="rId16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8"/>
      <p:bold r:id="rId19"/>
      <p:italic r:id="rId20"/>
      <p:boldItalic r:id="rId21"/>
    </p:embeddedFont>
    <p:embeddedFont>
      <p:font typeface="Montserrat Black" panose="00000A00000000000000" pitchFamily="2" charset="0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01 de junio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9FD36E6-790C-525D-1D81-5046FF6F5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8877"/>
            <a:ext cx="9144000" cy="3408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69B8E7-08F0-0C07-4151-474296A02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8855"/>
            <a:ext cx="9144000" cy="244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BF77CDF-B236-FF90-44F3-1C8C9CD84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26" y="708064"/>
            <a:ext cx="7678924" cy="3870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6673268-CBAA-6B7E-3133-E553F85D1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391" y="590273"/>
            <a:ext cx="5325218" cy="39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95CBB-7EDA-678C-3FCC-2B16BA897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1286EB35-EF9C-CD29-A384-54A2E32DDA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30D91C0-2A9B-679F-E146-8E5BDF0DB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6287"/>
            <a:ext cx="9144000" cy="3393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205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1EBBA-92C3-5476-C1AF-7F36B78D3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83E10B7-5306-FB47-3253-891CB7DAD4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494F2AC-7C9E-6103-E13D-8BCCDF264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940"/>
            <a:ext cx="4535488" cy="345649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6727AACD-7065-91D6-786B-BD98973F9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939"/>
            <a:ext cx="4572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2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20EC88FD-15B2-677D-05EF-322F29B5CBF5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ED57D57-07B0-6AF9-FC0B-3F91F524F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41" y="1328564"/>
            <a:ext cx="8002117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87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75C169F-A291-AFD8-13B4-E3F13E303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895589"/>
            <a:ext cx="9144000" cy="3495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C9752BB-317F-C897-824B-26F15760D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4780"/>
            <a:ext cx="9144000" cy="259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6B2DCAA-9E75-02ED-E6ED-5FD148B94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6038"/>
            <a:ext cx="9144000" cy="389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0D100AF-32EB-7D55-1E85-CE2D35EA6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0321"/>
            <a:ext cx="9144000" cy="274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DB914B2-1845-19D4-2E8E-9A3C06F83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699327"/>
            <a:ext cx="9144000" cy="388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CA6E3AA-9467-5FF2-A182-F9C74DF835B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Información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EFC77A2-3095-0E3E-23AE-75CCA94D0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4638"/>
            <a:ext cx="9144000" cy="283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88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4018</TotalTime>
  <Words>67</Words>
  <Application>Microsoft Office PowerPoint</Application>
  <PresentationFormat>Presentación en pantalla (16:9)</PresentationFormat>
  <Paragraphs>18</Paragraphs>
  <Slides>15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386</cp:revision>
  <dcterms:modified xsi:type="dcterms:W3CDTF">2026-06-01T22:41:10Z</dcterms:modified>
</cp:coreProperties>
</file>