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352" r:id="rId3"/>
    <p:sldId id="365" r:id="rId4"/>
    <p:sldId id="378" r:id="rId5"/>
    <p:sldId id="374" r:id="rId6"/>
    <p:sldId id="376" r:id="rId7"/>
    <p:sldId id="377" r:id="rId8"/>
    <p:sldId id="281" r:id="rId9"/>
    <p:sldId id="351" r:id="rId10"/>
    <p:sldId id="369" r:id="rId11"/>
    <p:sldId id="361" r:id="rId12"/>
    <p:sldId id="371" r:id="rId13"/>
    <p:sldId id="370" r:id="rId14"/>
    <p:sldId id="379" r:id="rId15"/>
    <p:sldId id="380" r:id="rId16"/>
    <p:sldId id="280" r:id="rId17"/>
  </p:sldIdLst>
  <p:sldSz cx="9144000" cy="5143500" type="screen16x9"/>
  <p:notesSz cx="6858000" cy="9144000"/>
  <p:embeddedFontLst>
    <p:embeddedFont>
      <p:font typeface="Montserrat" pitchFamily="2" charset="0"/>
      <p:regular r:id="rId19"/>
      <p:bold r:id="rId20"/>
      <p:italic r:id="rId21"/>
      <p:boldItalic r:id="rId22"/>
    </p:embeddedFont>
    <p:embeddedFont>
      <p:font typeface="Montserrat Black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6F8"/>
    <a:srgbClr val="3A3A3A"/>
    <a:srgbClr val="691B31"/>
    <a:srgbClr val="D8AB72"/>
    <a:srgbClr val="B28D5E"/>
    <a:srgbClr val="DBC6A0"/>
    <a:srgbClr val="F6E3C5"/>
    <a:srgbClr val="BC955B"/>
    <a:srgbClr val="EEEEEE"/>
    <a:srgbClr val="CB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272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12</a:t>
            </a:r>
            <a:r>
              <a:rPr lang="es-MX" sz="1600" dirty="0">
                <a:solidFill>
                  <a:srgbClr val="D8AB72"/>
                </a:solidFill>
              </a:rPr>
              <a:t> de marzo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EBE5D6-F2DD-11B2-91B0-0DABFF56D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373370"/>
            <a:ext cx="9144000" cy="133012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A95D0C-B161-38C5-85D3-90C3CD57D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40302"/>
            <a:ext cx="5268377" cy="354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6C8C246-670B-1452-7A02-9895927C99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889" y="1666748"/>
            <a:ext cx="3802599" cy="181000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51036DA-73BE-7D7F-F3C3-5D167C944A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889" y="3440003"/>
            <a:ext cx="3839111" cy="14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DC4274-181F-B86B-03C3-34924C7A3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6665"/>
            <a:ext cx="9144000" cy="31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negativas y positivas en primeras planas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617D92E-1439-FA0C-8B29-77C488754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4549"/>
            <a:ext cx="9144000" cy="369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7EDE5E8-047E-CCC6-CD1F-5415798E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680"/>
            <a:ext cx="9144000" cy="13048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A06A6D8-7CC5-CEFC-FAF7-CFE4A8663FD8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3D867AD-2AAA-FBCE-D175-6AB9C5CA6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7469" y="1454468"/>
            <a:ext cx="5489229" cy="369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CF00D3E-535A-46E9-BB64-FE40201C1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1760" y="1585775"/>
            <a:ext cx="3952240" cy="197195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9A87E82-5CAD-8CEE-64FC-063EEBC01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760" y="3557725"/>
            <a:ext cx="3952240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106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BD4BE96-F2E3-E812-50CF-66AB2076BC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>
                <a:latin typeface="Montserrat" pitchFamily="2" charset="0"/>
              </a:rPr>
              <a:t>Gobernador</a:t>
            </a:r>
            <a:endParaRPr lang="es-MX" sz="2800" b="1" dirty="0">
              <a:latin typeface="Montserrat" pitchFamily="2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8B76088-4EF3-145D-9AED-35B3F023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559" y="523220"/>
            <a:ext cx="3532143" cy="36372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8D945F1-B8E7-D136-5F09-3BF4AC84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08" y="514648"/>
            <a:ext cx="2934109" cy="304843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BC37606-F682-FE62-2C7B-4F1E5966C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0" y="1014019"/>
            <a:ext cx="4572000" cy="325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9B3649D7-C51A-0693-8B49-C9555939D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695" y="1037868"/>
            <a:ext cx="4603305" cy="299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29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610BFFFA-A68D-A4C5-3185-D4186E302C8C}"/>
              </a:ext>
            </a:extLst>
          </p:cNvPr>
          <p:cNvSpPr txBox="1"/>
          <p:nvPr/>
        </p:nvSpPr>
        <p:spPr>
          <a:xfrm>
            <a:off x="1225126" y="144380"/>
            <a:ext cx="66207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000" b="1" dirty="0">
                <a:latin typeface="Montserrat" pitchFamily="2" charset="0"/>
              </a:rPr>
              <a:t>Información del gobernador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DEF20C1-0FF3-5088-B4C1-402EB906A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231" y="652194"/>
            <a:ext cx="7249537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380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9000" b="-19000"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6EB1AF5-A795-1D83-4D83-D3E4D2B7B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25162"/>
            <a:ext cx="9144000" cy="409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EC340A-5074-17C7-E9DE-9812AF688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9438"/>
            <a:ext cx="9144000" cy="322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0BF1F0F-70BE-EA11-36CA-0BCD9911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206"/>
            <a:ext cx="9144000" cy="367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BE9A5D-E0E5-90ED-CB9D-2028548C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1710"/>
            <a:ext cx="9144000" cy="34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D98A8CB-CFAE-9695-3A65-FFCD89C99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29"/>
            <a:ext cx="9144000" cy="243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6903D2B-B628-46FF-5530-8427CCDFD7AB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02FF624-91D7-7E42-2C7A-B22D061D6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5681"/>
            <a:ext cx="9144000" cy="245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89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C1A25-C9EE-F5E8-70B0-72848C496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BD034C7B-D28A-2217-7904-DE5230378964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DF69307-6B94-33B8-D22C-00D4513CC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666750"/>
            <a:ext cx="4962525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6551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8AA6159-06D0-1EE1-8265-4557BB321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6243"/>
            <a:ext cx="9144000" cy="363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9322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3038</TotalTime>
  <Words>78</Words>
  <Application>Microsoft Office PowerPoint</Application>
  <PresentationFormat>Presentación en pantalla (16:9)</PresentationFormat>
  <Paragraphs>18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300</cp:revision>
  <dcterms:modified xsi:type="dcterms:W3CDTF">2026-03-12T17:04:47Z</dcterms:modified>
</cp:coreProperties>
</file>