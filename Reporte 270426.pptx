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350" r:id="rId2"/>
    <p:sldId id="365" r:id="rId3"/>
    <p:sldId id="352" r:id="rId4"/>
    <p:sldId id="378" r:id="rId5"/>
    <p:sldId id="382" r:id="rId6"/>
    <p:sldId id="381" r:id="rId7"/>
    <p:sldId id="383" r:id="rId8"/>
    <p:sldId id="281" r:id="rId9"/>
    <p:sldId id="351" r:id="rId10"/>
    <p:sldId id="369" r:id="rId11"/>
    <p:sldId id="361" r:id="rId12"/>
    <p:sldId id="371" r:id="rId13"/>
    <p:sldId id="370" r:id="rId14"/>
    <p:sldId id="280" r:id="rId1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Black" panose="00000A00000000000000" pitchFamily="2" charset="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27</a:t>
            </a:r>
            <a:r>
              <a:rPr lang="es-MX" sz="1600" dirty="0">
                <a:solidFill>
                  <a:srgbClr val="D8AB72"/>
                </a:solidFill>
              </a:rPr>
              <a:t>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80B8F9-DF95-E6B9-5C80-824030258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0510"/>
            <a:ext cx="9144000" cy="360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54F76E-3F0B-26FF-2C70-58590513E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5264"/>
            <a:ext cx="9144000" cy="305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C43005-CCA3-FC90-46F6-0507CBCEB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9832"/>
            <a:ext cx="9144000" cy="198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07D43-9619-5AA2-8455-580AD3B62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3D78973-91B5-EED9-D56E-30ED27CC70A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E532BE-5D7B-124B-4AE7-115928CAB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0763"/>
            <a:ext cx="9144000" cy="362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7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08CA097-BC58-8AE8-424B-B3FB734C5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2894"/>
            <a:ext cx="4530191" cy="29005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1103C9-2C7B-A49D-0000-E4D93F39D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809" y="1192894"/>
            <a:ext cx="4530191" cy="290058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5FFE854-3B29-58CA-3864-4C4C22C50E5F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</p:spTree>
    <p:extLst>
      <p:ext uri="{BB962C8B-B14F-4D97-AF65-F5344CB8AC3E}">
        <p14:creationId xmlns:p14="http://schemas.microsoft.com/office/powerpoint/2010/main" val="2720314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59E4B02-C43B-FF3A-0F37-7314D1B99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63" y="1638169"/>
            <a:ext cx="7878274" cy="186716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81D4632-C1BF-F061-AEF9-C2C81F7DF76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</p:spTree>
    <p:extLst>
      <p:ext uri="{BB962C8B-B14F-4D97-AF65-F5344CB8AC3E}">
        <p14:creationId xmlns:p14="http://schemas.microsoft.com/office/powerpoint/2010/main" val="297734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9117FD-6EDD-EA8A-3877-909AE1AF7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0167"/>
            <a:ext cx="9144000" cy="432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8BADB18-C216-65AF-3CB1-2FD602936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473"/>
            <a:ext cx="9144000" cy="325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EC78F8-CC07-3C3B-9D28-C4CDD834C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314"/>
            <a:ext cx="9144000" cy="431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04C083-035A-AFAC-F4FE-1DA3E8F82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3842"/>
            <a:ext cx="9144000" cy="259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26DE55-BD5F-59F9-3F69-CB4176F7C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7925"/>
            <a:ext cx="9144000" cy="240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292248-296A-D404-659D-7FC3A3C72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0069"/>
            <a:ext cx="9144000" cy="240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3705</TotalTime>
  <Words>65</Words>
  <Application>Microsoft Office PowerPoint</Application>
  <PresentationFormat>Presentación en pantalla (16:9)</PresentationFormat>
  <Paragraphs>17</Paragraphs>
  <Slides>14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351</cp:revision>
  <dcterms:modified xsi:type="dcterms:W3CDTF">2026-04-28T01:08:53Z</dcterms:modified>
</cp:coreProperties>
</file>