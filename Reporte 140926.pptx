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4" r:id="rId16"/>
    <p:sldId id="413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14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C011E7F-173C-E375-57C5-A30BEA7C6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2552"/>
            <a:ext cx="9144000" cy="340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ABEDB1E-0765-7716-0E6C-AA95EF4EF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7980"/>
            <a:ext cx="9144000" cy="247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D3C7D2-ECE1-749C-8374-A9C020F19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42" y="555458"/>
            <a:ext cx="8284492" cy="417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AAAA8C-5C3B-881E-D858-CCA183FFB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219" y="1723897"/>
            <a:ext cx="5982535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B0A0B4-6AE8-EB8F-A741-47D3C882B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410"/>
            <a:ext cx="9144000" cy="338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9C6F47B-28A4-E592-0CA7-9A09E67BF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40495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B66068C-C092-7DD0-D4CF-22B766C05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3E8CB93-0B1F-3BCA-179D-57F5D08C6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784" y="1609590"/>
            <a:ext cx="7754432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B892F82-BD78-9BAE-C380-1EEBD6E32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1300"/>
            <a:ext cx="9144000" cy="426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6C1CF30-31A7-CADE-5987-BF1D9B53A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5323"/>
            <a:ext cx="9144000" cy="331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115770-BB1F-EF78-019B-B929C19F3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0128"/>
            <a:ext cx="9144000" cy="346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A8CDF2C-77CE-5BA2-4CA1-E586A428B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4258"/>
            <a:ext cx="9144000" cy="323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F6B1C9-BFD1-2DBE-F08E-7C68CF5A5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8320"/>
            <a:ext cx="9144000" cy="4389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EBF18A-E5AE-8E53-34E0-8E063F792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5112E680-2395-4F78-0051-87A5EC221505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6D72B59-C499-4B61-7AAD-1A83B5270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49" y="933450"/>
            <a:ext cx="51435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12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96AFEE-87C9-F300-BADC-BB1E201B3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61" y="356853"/>
            <a:ext cx="8153454" cy="478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4806</TotalTime>
  <Words>82</Words>
  <Application>Microsoft Office PowerPoint</Application>
  <PresentationFormat>Presentación en pantalla (16:9)</PresentationFormat>
  <Paragraphs>20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497</cp:revision>
  <dcterms:modified xsi:type="dcterms:W3CDTF">2026-09-14T23:19:45Z</dcterms:modified>
</cp:coreProperties>
</file>