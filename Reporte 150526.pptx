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365" r:id="rId3"/>
    <p:sldId id="352" r:id="rId4"/>
    <p:sldId id="393" r:id="rId5"/>
    <p:sldId id="378" r:id="rId6"/>
    <p:sldId id="386" r:id="rId7"/>
    <p:sldId id="387" r:id="rId8"/>
    <p:sldId id="394" r:id="rId9"/>
    <p:sldId id="390" r:id="rId10"/>
    <p:sldId id="388" r:id="rId11"/>
    <p:sldId id="351" r:id="rId12"/>
    <p:sldId id="369" r:id="rId13"/>
    <p:sldId id="361" r:id="rId14"/>
    <p:sldId id="371" r:id="rId15"/>
    <p:sldId id="395" r:id="rId16"/>
    <p:sldId id="384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CE8EF-5503-277B-E35A-FE39AA22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2F6D979-0903-D341-8C4D-0A1C6FEC03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8ED27C-D614-C1C6-9079-1945B56926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6632383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</a:t>
            </a:r>
            <a:r>
              <a:rPr kumimoji="0" lang="es-MX" sz="1600" b="0" i="0" u="none" strike="noStrike" kern="0" cap="none" spc="0" normalizeH="0" baseline="0" noProof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: 15 </a:t>
            </a:r>
            <a:r>
              <a:rPr lang="es-MX" sz="1600">
                <a:solidFill>
                  <a:srgbClr val="D8AB72"/>
                </a:solidFill>
              </a:rPr>
              <a:t> </a:t>
            </a:r>
            <a:r>
              <a:rPr lang="es-MX" sz="1600" dirty="0">
                <a:solidFill>
                  <a:srgbClr val="D8AB72"/>
                </a:solidFill>
              </a:rPr>
              <a:t>de mayo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5B22007-1563-F99F-1CF5-6F3DC33ED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2313"/>
            <a:ext cx="9144000" cy="339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1BEFD6B-27C9-A15E-C599-29B609211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5600"/>
            <a:ext cx="9144000" cy="245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0231359D-FD86-42E5-EF87-99F180C71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53" y="744064"/>
            <a:ext cx="7536069" cy="379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D06D7DC-636B-3463-5859-C4512B406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757" y="1847749"/>
            <a:ext cx="7954485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8339A-4E55-30D6-87EF-6562AE2A5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A9652F2C-8765-B253-7039-CA0EB2466D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AD2D19B-04E7-7034-1CB9-8B8AD4899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0483"/>
            <a:ext cx="9144000" cy="340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985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C28C1-8BF7-5569-E730-A5C2BB801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3F4E7BA7-DD7E-5E0B-007A-332EFCC8009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6C5247D-C97B-8D8A-6DF3-08186D1012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809752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68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69D4024D-200D-948C-FCEB-B790CA03E59E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60FA375-11E6-BE44-9819-414397004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09752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77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8E447-D974-DFF1-07E6-5BC645BAA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6BFA382-A206-7716-F8A4-C3A644F4421F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EF33A75-C1B6-71E0-9DC1-FAFD472B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78" y="1347616"/>
            <a:ext cx="8192643" cy="2448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790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9BB49D2-8B6F-B839-0BF3-4BC0BE86F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3157"/>
            <a:ext cx="9144000" cy="3977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4B9703D-03F3-CFEB-0B0F-F6BC41B86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9119"/>
            <a:ext cx="9144000" cy="2345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51BF6E-4BEC-DD85-D7A2-9207B3F39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8781"/>
            <a:ext cx="9144000" cy="370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CE932E0-C1DF-C81B-1CC9-DC940EC32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0086"/>
            <a:ext cx="9144000" cy="3103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8ED8601-25A0-14BA-A7A7-4AD35D155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9651"/>
            <a:ext cx="9144000" cy="426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B0E9F-E360-ACDB-E57D-401EDB389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B1CD016F-D797-35F5-63C6-DEC4196C6DCB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01426BF-CD17-867D-C8EA-7701F4B2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101" y="575984"/>
            <a:ext cx="6077798" cy="3991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0889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CA6E3AA-9467-5FF2-A182-F9C74DF835BA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Información emitida por radioescuchas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6A5E25C-4853-CA26-6C52-E6D05C9A9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09" y="1009432"/>
            <a:ext cx="8821381" cy="3124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881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3898</TotalTime>
  <Words>78</Words>
  <Application>Microsoft Office PowerPoint</Application>
  <PresentationFormat>Presentación en pantalla (16:9)</PresentationFormat>
  <Paragraphs>20</Paragraphs>
  <Slides>17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Montserrat</vt:lpstr>
      <vt:lpstr>Montserrat Black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368</cp:revision>
  <dcterms:modified xsi:type="dcterms:W3CDTF">2026-05-16T01:17:15Z</dcterms:modified>
</cp:coreProperties>
</file>