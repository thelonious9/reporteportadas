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365" r:id="rId3"/>
    <p:sldId id="352" r:id="rId4"/>
    <p:sldId id="393" r:id="rId5"/>
    <p:sldId id="378" r:id="rId6"/>
    <p:sldId id="386" r:id="rId7"/>
    <p:sldId id="387" r:id="rId8"/>
    <p:sldId id="394" r:id="rId9"/>
    <p:sldId id="390" r:id="rId10"/>
    <p:sldId id="388" r:id="rId11"/>
    <p:sldId id="351" r:id="rId12"/>
    <p:sldId id="369" r:id="rId13"/>
    <p:sldId id="361" r:id="rId14"/>
    <p:sldId id="371" r:id="rId15"/>
    <p:sldId id="384" r:id="rId16"/>
    <p:sldId id="280" r:id="rId17"/>
  </p:sldIdLst>
  <p:sldSz cx="9144000" cy="5143500" type="screen16x9"/>
  <p:notesSz cx="6858000" cy="9144000"/>
  <p:embeddedFontLst>
    <p:embeddedFont>
      <p:font typeface="Montserrat" pitchFamily="2" charset="0"/>
      <p:regular r:id="rId19"/>
      <p:bold r:id="rId20"/>
      <p:italic r:id="rId21"/>
      <p:boldItalic r:id="rId22"/>
    </p:embeddedFont>
    <p:embeddedFont>
      <p:font typeface="Montserrat Black" pitchFamily="2" charset="0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988" y="52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D8FB4-E321-0E01-8262-6CF75FF3C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992D699-CFB9-7D9E-96EA-B379B7F5A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055D00D-F622-9591-B42F-DD768852A2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466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CE8EF-5503-277B-E35A-FE39AA229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2F6D979-0903-D341-8C4D-0A1C6FEC03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D8ED27C-D614-C1C6-9079-1945B56926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632383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</a:t>
            </a:r>
            <a:r>
              <a:rPr kumimoji="0" lang="es-MX" sz="1600" b="0" i="0" u="none" strike="noStrike" kern="0" cap="none" spc="0" normalizeH="0" baseline="0" noProof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: 15 </a:t>
            </a:r>
            <a:r>
              <a:rPr lang="es-MX" sz="1600">
                <a:solidFill>
                  <a:srgbClr val="D8AB72"/>
                </a:solidFill>
              </a:rPr>
              <a:t> </a:t>
            </a:r>
            <a:r>
              <a:rPr lang="es-MX" sz="1600" dirty="0">
                <a:solidFill>
                  <a:srgbClr val="D8AB72"/>
                </a:solidFill>
              </a:rPr>
              <a:t>de mayo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14:00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5C771DF-F4C5-8699-A243-DBD4DC97CF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3243"/>
            <a:ext cx="9144000" cy="3817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D6D99CF-DF9C-D981-A324-5687AAB8B7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6814"/>
            <a:ext cx="9144000" cy="2732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115B23-9219-C74D-1B93-EB466FF53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5272FFEB-F79A-B289-E2B0-F9E2F92695D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CF3E114-8830-2837-1737-3EE104222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897" y="585900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791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C106E2B-D9DC-582B-3D3C-B377F3251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15" y="409273"/>
            <a:ext cx="7840169" cy="4324954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2448E167-0E0F-96E8-62D3-6C9680798D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520" y="580747"/>
            <a:ext cx="7944959" cy="3982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8339A-4E55-30D6-87EF-6562AE2A5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A9652F2C-8765-B253-7039-CA0EB2466DD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F2F7A3A-3C32-CDD2-64A4-1FB1ACF26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9919"/>
            <a:ext cx="9144000" cy="3863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985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C28C1-8BF7-5569-E730-A5C2BB801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3F4E7BA7-DD7E-5E0B-007A-332EFCC8009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6FB03A3-09A0-3AC5-3DC4-E44EDBFC75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897" y="585900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168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9D4024D-200D-948C-FCEB-B790CA03E59E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52DD43C-94DC-60E5-3846-8A28E13AA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897" y="585900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677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8E447-D974-DFF1-07E6-5BC645BAA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6BFA382-A206-7716-F8A4-C3A644F4421F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E08F85B-3A5E-B37C-5E2B-4CA379B6D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955" y="521758"/>
            <a:ext cx="7983064" cy="232442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1ADE611-FB09-C2FC-D672-FCE7FECDA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43188"/>
            <a:ext cx="9144000" cy="1872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790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9D7ED03-A9D6-D970-D0ED-490F3FA001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8956"/>
            <a:ext cx="9144000" cy="3965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E6CF5F6-4C23-464F-A986-C37B901A6D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5164"/>
            <a:ext cx="9144000" cy="2933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513B43A-4523-D147-30B7-1B50954A8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0482"/>
            <a:ext cx="9144000" cy="430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0EAF978-63D4-C5E7-D1B3-0778CA43D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5858"/>
            <a:ext cx="9144000" cy="3091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8FE255B-687D-92CF-831A-9176B9D53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5688"/>
            <a:ext cx="9144000" cy="2152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5CA6E3AA-9467-5FF2-A182-F9C74DF835BA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Información emitida por radioescuchas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04F7198-9B4B-BAC2-69C4-FBF7AAFDB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392" y="714116"/>
            <a:ext cx="3153215" cy="371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8881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3881</TotalTime>
  <Words>73</Words>
  <Application>Microsoft Office PowerPoint</Application>
  <PresentationFormat>Presentación en pantalla (16:9)</PresentationFormat>
  <Paragraphs>19</Paragraphs>
  <Slides>16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Montserrat Black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367</cp:revision>
  <dcterms:modified xsi:type="dcterms:W3CDTF">2026-05-15T19:34:56Z</dcterms:modified>
</cp:coreProperties>
</file>