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04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FC81DD-CAE0-B944-7E16-D499B1AFC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9615"/>
            <a:ext cx="9144000" cy="342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DC6FF1-3E1F-CE2E-7307-046C3D783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0121"/>
            <a:ext cx="9144000" cy="248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0FF84FA-0860-2933-A033-692951E42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2BE2C38-ADE9-091B-76DC-DBFCEF71A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81" y="485125"/>
            <a:ext cx="8002117" cy="237205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D75BAA0-B0B4-95CD-20A2-062E5DEC6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81" y="2857181"/>
            <a:ext cx="7983064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9F4B70-4893-F823-1BD4-DA8180470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7448"/>
            <a:ext cx="9144000" cy="343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BD3E41E-5F92-DBCF-9B7A-0C448F72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95358A4-F157-A861-8510-30F5A8384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09752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606BB2-582E-13DB-1D4B-CC06904BA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5338"/>
            <a:ext cx="9144000" cy="321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E6220A-0D75-4C3D-C78C-8F4CF445B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1827"/>
            <a:ext cx="9144000" cy="338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A6B752-ABCE-C635-F898-4BCF5993C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430"/>
            <a:ext cx="9144000" cy="259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AB2B79-4875-E5D7-6461-EAC08BB62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9451"/>
            <a:ext cx="9144000" cy="31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8F227A-46D0-066F-0B7B-8F51E5B9F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350328"/>
            <a:ext cx="9144000" cy="258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41BA12-CC96-715F-A0BA-430950D67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1235"/>
            <a:ext cx="9144000" cy="390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18FD7F-06AC-4CB4-989E-1A0A57C3A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88" y="385477"/>
            <a:ext cx="8496000" cy="475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4785</TotalTime>
  <Words>77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490</cp:revision>
  <dcterms:modified xsi:type="dcterms:W3CDTF">2026-09-04T15:03:14Z</dcterms:modified>
</cp:coreProperties>
</file>