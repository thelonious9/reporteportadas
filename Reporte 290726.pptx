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1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</a:t>
            </a:r>
            <a:r>
              <a:rPr lang="es-MX" sz="1600" dirty="0">
                <a:solidFill>
                  <a:srgbClr val="D8AB72"/>
                </a:solidFill>
              </a:rPr>
              <a:t>9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E68318-EC7F-8211-76F3-61C828ABB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0827"/>
            <a:ext cx="9144000" cy="340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C7E60B-0D17-863E-2002-74FA821AC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0796"/>
            <a:ext cx="9144000" cy="248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0C8C79-5FE5-19BE-97EB-150F31849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06" y="746258"/>
            <a:ext cx="7527363" cy="379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93D27C-2A67-DE14-E408-0307A51C3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693" y="537869"/>
            <a:ext cx="6001588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E91D9F-8C99-588E-3EAA-31103758D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6406"/>
            <a:ext cx="9144000" cy="341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7EDB1C-D352-6FC8-5CF9-5D84E6748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40" y="605858"/>
            <a:ext cx="8084496" cy="407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95C147C-083E-BEBA-0735-A045BB3B8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09" y="631339"/>
            <a:ext cx="7983382" cy="402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25DC0FD-6ACB-6728-1F8B-D37AD1964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44" y="947501"/>
            <a:ext cx="7954485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293FF1-2FFF-8798-C789-5E839825A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7433"/>
            <a:ext cx="9144000" cy="355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86DFB94-FA4D-193A-1F90-529DA8D26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2920"/>
            <a:ext cx="9144000" cy="262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D2D865-1EED-8565-3DBB-CF7B683C7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876"/>
            <a:ext cx="9144000" cy="329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4E2C19-F920-DF0F-2EAA-889025835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6224"/>
            <a:ext cx="9144000" cy="281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073C8A1-A45B-02AA-38CD-97DFEF18E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2749"/>
            <a:ext cx="9144000" cy="408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0003664-B100-E05C-9B00-038629070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1612"/>
            <a:ext cx="9144000" cy="282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4374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453</cp:revision>
  <dcterms:modified xsi:type="dcterms:W3CDTF">2026-07-29T22:59:48Z</dcterms:modified>
</cp:coreProperties>
</file>