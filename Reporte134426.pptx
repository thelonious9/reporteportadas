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3" r:id="rId7"/>
    <p:sldId id="382" r:id="rId8"/>
    <p:sldId id="281" r:id="rId9"/>
    <p:sldId id="351" r:id="rId10"/>
    <p:sldId id="369" r:id="rId11"/>
    <p:sldId id="361" r:id="rId12"/>
    <p:sldId id="371" r:id="rId13"/>
    <p:sldId id="370" r:id="rId14"/>
    <p:sldId id="384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117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14</a:t>
            </a:r>
            <a:r>
              <a:rPr lang="es-MX" sz="1600" dirty="0">
                <a:solidFill>
                  <a:srgbClr val="D8AB72"/>
                </a:solidFill>
              </a:rPr>
              <a:t>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6CB757-E06A-1D22-DA95-47EF1A548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558"/>
            <a:ext cx="9144000" cy="419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956CA8-7F91-7EBD-5B3E-1D8EE8D25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3600"/>
            <a:ext cx="9144000" cy="307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B71112-99A9-4D05-A468-6FF0A4C8E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42" y="1681038"/>
            <a:ext cx="7821116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0BCC93-6593-FB39-2E75-B404A0855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2547"/>
            <a:ext cx="9144000" cy="421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3E90D07-3C7A-2759-F2C8-F2BA3705CB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91EF8A0-6476-F7AA-AA4B-40223E5F3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170" y="1108976"/>
            <a:ext cx="4605170" cy="306842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69E3662-C2F2-F4A8-C17B-9C63D8E3D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08976"/>
            <a:ext cx="4661155" cy="306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6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0DDD7D1-6134-6DD8-BA7B-8FA9C54732C2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3D2507F-6DE4-4857-C0FD-11C8A6B2A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04" y="947511"/>
            <a:ext cx="8173591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0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CA94CB-1F3B-4E94-8CCB-7011C51ED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4371"/>
            <a:ext cx="9144000" cy="437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B353291-4196-6F89-49A2-45DD731FE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548"/>
            <a:ext cx="9144000" cy="320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6F4A53-6CAD-87B3-75D6-9A3C89634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109"/>
            <a:ext cx="9144000" cy="444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7BD07B-4873-4F0A-D5F0-40AEBF722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7402"/>
            <a:ext cx="9144000" cy="348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2ACB73-354B-4E69-710C-AFD21C263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7271"/>
            <a:ext cx="9144000" cy="264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08FEF4-FC0A-C059-AFF8-F528A1272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3589"/>
            <a:ext cx="9144000" cy="237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F1244-19EC-0EAD-B6B6-7DE5F3AE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63A989B-13BA-D6AB-C954-BA6B16ED666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A89181E-162B-368D-C12A-B8AE4F66B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8770"/>
            <a:ext cx="9144000" cy="348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93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EF15A1-092F-A855-936D-09B3E275A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6556"/>
            <a:ext cx="9144000" cy="373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3565</TotalTime>
  <Words>79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Segoe UI</vt:lpstr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338</cp:revision>
  <dcterms:modified xsi:type="dcterms:W3CDTF">2026-04-14T23:45:24Z</dcterms:modified>
</cp:coreProperties>
</file>