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0" r:id="rId13"/>
    <p:sldId id="371" r:id="rId14"/>
    <p:sldId id="280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52" y="29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4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5F4EE8-CCCC-415E-E213-B05038EE9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9144000" cy="424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4F9879-C0B2-3FE3-DB70-512DF61D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583"/>
            <a:ext cx="9144000" cy="311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2421466" y="21017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6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ocho columnas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17E4D5-4190-2E29-03DB-06E9F7116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08" y="625572"/>
            <a:ext cx="8125959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E23D44A-1643-4A3C-41AF-065D93F1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15" y="445928"/>
            <a:ext cx="8352545" cy="46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D2F095-1161-6F1C-565A-686CA49F0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76685"/>
            <a:ext cx="4535488" cy="2932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594FC25-1605-A691-41C4-E96128745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555" y="876685"/>
            <a:ext cx="4579444" cy="293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E630130-13BC-9ABC-6454-14BE1C0FE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00" y="554208"/>
            <a:ext cx="7096405" cy="458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45CC2A-F77E-F97E-C0DE-08F037B1E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981"/>
            <a:ext cx="9144000" cy="425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8ECD6F-A562-B2E6-7831-A50428DD3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857"/>
            <a:ext cx="9144000" cy="38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43A751-D518-59A9-BD16-267EC0F51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55" y="153663"/>
            <a:ext cx="8517290" cy="49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21CD1A5-CE84-0D61-4BBF-A40587193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150"/>
            <a:ext cx="9144000" cy="40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BC2A94-1AE7-1CBE-4E59-8B71249EF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1056"/>
            <a:ext cx="9144000" cy="310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490356-DB2A-07B7-A1E3-B36F337C9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378"/>
            <a:ext cx="9144000" cy="278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2913</TotalTime>
  <Words>50</Words>
  <Application>Microsoft Office PowerPoint</Application>
  <PresentationFormat>Presentación en pantalla (16:9)</PresentationFormat>
  <Paragraphs>13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290</cp:revision>
  <dcterms:modified xsi:type="dcterms:W3CDTF">2026-03-04T23:27:46Z</dcterms:modified>
</cp:coreProperties>
</file>