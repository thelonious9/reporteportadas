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3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23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de septiembre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4946423-F1CA-9B9A-7995-0F1DF47C2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7871"/>
            <a:ext cx="9144000" cy="373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73A640F-61BE-930E-B1EC-E7AE438DC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5631"/>
            <a:ext cx="9144000" cy="275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C4504DC-85A6-28B0-BB16-D11B0847A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897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F1493BD-F15D-43E1-EB43-F5FE90340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87" y="487480"/>
            <a:ext cx="7924800" cy="150495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A927C98-6282-9154-AE6F-9481DC5E1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344" y="1878456"/>
            <a:ext cx="7324287" cy="326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0E2658E-DACE-1714-927A-AA067632F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0882"/>
            <a:ext cx="9144000" cy="372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95A49D3-6940-9DD2-FAB7-74E21228D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385" y="954107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2041E6D-C9E8-1789-6BBF-9568532C1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897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47DB707-E609-D378-8BBB-A7D4C7EB7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" y="1428750"/>
            <a:ext cx="7934325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B8147C3-7D7A-A15F-1A69-DF919B33D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25" y="718404"/>
            <a:ext cx="9144000" cy="384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39B2228-BD7F-B965-DBB4-7658DBB64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0722"/>
            <a:ext cx="9144000" cy="2924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6A740B0-C018-238C-B19F-5A018384C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9150"/>
            <a:ext cx="9144000" cy="410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3E65B8D-5A6A-062B-48A3-6312D0BCC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397"/>
            <a:ext cx="9144000" cy="301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AE11144-0BC0-FCBA-64EF-A6DF2467D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9210"/>
            <a:ext cx="9144000" cy="216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7B8D067-3579-9A68-D51A-9D027EFED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1851"/>
            <a:ext cx="9144000" cy="4262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4851</TotalTime>
  <Words>77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</vt:lpstr>
      <vt:lpstr>Arial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507</cp:revision>
  <dcterms:modified xsi:type="dcterms:W3CDTF">2026-09-23T23:48:46Z</dcterms:modified>
</cp:coreProperties>
</file>