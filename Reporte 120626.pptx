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7"/>
  </p:notesMasterIdLst>
  <p:sldIdLst>
    <p:sldId id="350" r:id="rId2"/>
    <p:sldId id="352" r:id="rId3"/>
    <p:sldId id="393" r:id="rId4"/>
    <p:sldId id="399" r:id="rId5"/>
    <p:sldId id="378" r:id="rId6"/>
    <p:sldId id="394" r:id="rId7"/>
    <p:sldId id="395" r:id="rId8"/>
    <p:sldId id="396" r:id="rId9"/>
    <p:sldId id="388" r:id="rId10"/>
    <p:sldId id="351" r:id="rId11"/>
    <p:sldId id="369" r:id="rId12"/>
    <p:sldId id="361" r:id="rId13"/>
    <p:sldId id="371" r:id="rId14"/>
    <p:sldId id="384" r:id="rId15"/>
    <p:sldId id="280" r:id="rId16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8"/>
      <p:bold r:id="rId19"/>
      <p:italic r:id="rId20"/>
      <p:boldItalic r:id="rId21"/>
    </p:embeddedFont>
    <p:embeddedFont>
      <p:font typeface="Montserrat Black" panose="00000A00000000000000" pitchFamily="2" charset="0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D8FB4-E321-0E01-8262-6CF75FF3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92D699-CFB9-7D9E-96EA-B379B7F5A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5D00D-F622-9591-B42F-DD768852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466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49345-865A-0DA3-76DB-D96B92B9C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FA5609B-DEE3-43D0-62AD-1D7731C038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2E0C674-5D05-F1AA-1E23-CB69872B2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99449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10</a:t>
            </a:r>
            <a:r>
              <a:rPr lang="es-MX" sz="1600" dirty="0">
                <a:solidFill>
                  <a:srgbClr val="D8AB72"/>
                </a:solidFill>
              </a:rPr>
              <a:t> de junio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8814F35E-349A-7625-3EC2-29C1E9D531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28378"/>
            <a:ext cx="9144000" cy="342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5B23-9219-C74D-1B93-EB466FF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2FFEB-F79A-B289-E2B0-F9E2F92695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6AA92F9-2B36-D36C-3F45-433EDC735B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3409"/>
            <a:ext cx="9144000" cy="2459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91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02CF3-B90A-0EB5-9801-0ED2916E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426AD94F-EE82-EF95-255F-C7BB0EE7D2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2F38C05-062C-3EBD-E462-D9940447E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024" y="758464"/>
            <a:ext cx="7478927" cy="376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577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763C4C0-5FED-283A-336F-BE93C4E38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573" y="985616"/>
            <a:ext cx="7906853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F3A345E-6464-8536-8EA3-E4B1A1929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45369"/>
            <a:ext cx="9144000" cy="339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8402326-FF3F-076F-40A8-1732B6471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457" y="701752"/>
            <a:ext cx="7936062" cy="3999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7F463AA-AC7E-13B1-9613-2B34937C2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18" y="523220"/>
            <a:ext cx="7773340" cy="391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381477E-D8C8-6EDB-06FC-28DC68A17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81430"/>
            <a:ext cx="9144000" cy="3523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7B1CCB1-25C4-5EBF-07EC-5CCDE78A3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43177"/>
            <a:ext cx="9144000" cy="2796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E80485F-B1F0-C75D-71BD-09B6051EF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5640"/>
            <a:ext cx="9144000" cy="3817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29DA0A5-0799-A272-6109-8C4F3AE277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28022"/>
            <a:ext cx="9144000" cy="2830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DAEB4A9-006E-1A5B-0F9F-6FF22CB489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4633"/>
            <a:ext cx="9144000" cy="3897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5CA6E3AA-9467-5FF2-A182-F9C74DF835BA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Información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BB29E88-873F-8A20-1F5A-56C6BE039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5703"/>
            <a:ext cx="9144000" cy="3094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88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4081</TotalTime>
  <Words>69</Words>
  <Application>Microsoft Office PowerPoint</Application>
  <PresentationFormat>Presentación en pantalla (16:9)</PresentationFormat>
  <Paragraphs>18</Paragraphs>
  <Slides>15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Montserrat</vt:lpstr>
      <vt:lpstr>Montserrat Black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395</cp:revision>
  <dcterms:modified xsi:type="dcterms:W3CDTF">2026-06-11T00:35:38Z</dcterms:modified>
</cp:coreProperties>
</file>