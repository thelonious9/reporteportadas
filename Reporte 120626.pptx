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6"/>
  </p:notesMasterIdLst>
  <p:sldIdLst>
    <p:sldId id="350" r:id="rId2"/>
    <p:sldId id="352" r:id="rId3"/>
    <p:sldId id="393" r:id="rId4"/>
    <p:sldId id="399" r:id="rId5"/>
    <p:sldId id="378" r:id="rId6"/>
    <p:sldId id="394" r:id="rId7"/>
    <p:sldId id="395" r:id="rId8"/>
    <p:sldId id="396" r:id="rId9"/>
    <p:sldId id="388" r:id="rId10"/>
    <p:sldId id="351" r:id="rId11"/>
    <p:sldId id="369" r:id="rId12"/>
    <p:sldId id="361" r:id="rId13"/>
    <p:sldId id="371" r:id="rId14"/>
    <p:sldId id="280" r:id="rId15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Montserrat Black" panose="00000A00000000000000" pitchFamily="2" charset="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49345-865A-0DA3-76DB-D96B92B9C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A5609B-DEE3-43D0-62AD-1D7731C03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2E0C674-5D05-F1AA-1E23-CB69872B2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9449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12</a:t>
            </a:r>
            <a:r>
              <a:rPr lang="es-MX" sz="1600" dirty="0">
                <a:solidFill>
                  <a:srgbClr val="D8AB72"/>
                </a:solidFill>
              </a:rPr>
              <a:t> de junio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6C211A3-504F-7068-9518-85930863F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6517"/>
            <a:ext cx="9144000" cy="341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80794A7-9973-8A12-DACC-ACA9E6DAC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6342"/>
            <a:ext cx="9144000" cy="247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02CF3-B90A-0EB5-9801-0ED2916EC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426AD94F-EE82-EF95-255F-C7BB0EE7D2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295C04C-A77D-3D49-7B6A-B3FD13BFD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42" y="555458"/>
            <a:ext cx="8284492" cy="4175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77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DAF6C3C-6F8C-81FF-E780-C26F2FD13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92" y="1409528"/>
            <a:ext cx="7992590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558FCB5-9D32-3A6D-A1F5-9907EB6A1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1769"/>
            <a:ext cx="9144000" cy="338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91BA290-5165-7ECF-93A7-BCDB2F9D9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70192C1-9806-998D-1A3B-2D0D9D9A8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DB5107E-4928-A806-4E8B-75A91FD59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6444"/>
            <a:ext cx="9144000" cy="3570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E0F9481-CAEF-E561-8415-5AE8EAFC0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8261"/>
            <a:ext cx="9144000" cy="264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CDB8B68-5CC7-B6FC-B35C-6E84C2323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9008"/>
            <a:ext cx="9144000" cy="3868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8965500-E901-9CD2-299C-B86FA4B31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7657"/>
            <a:ext cx="9144000" cy="273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36BD9EE-C9DE-4313-74BF-DB357E88E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614268"/>
            <a:ext cx="9144000" cy="4057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4097</TotalTime>
  <Words>65</Words>
  <Application>Microsoft Office PowerPoint</Application>
  <PresentationFormat>Presentación en pantalla (16:9)</PresentationFormat>
  <Paragraphs>17</Paragraphs>
  <Slides>14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Montserrat</vt:lpstr>
      <vt:lpstr>Arial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396</cp:revision>
  <dcterms:modified xsi:type="dcterms:W3CDTF">2026-06-13T01:04:38Z</dcterms:modified>
</cp:coreProperties>
</file>