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52" r:id="rId3"/>
    <p:sldId id="393" r:id="rId4"/>
    <p:sldId id="399" r:id="rId5"/>
    <p:sldId id="378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54499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24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BC15A26-E44C-4756-0E1A-87B60E6497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3342"/>
            <a:ext cx="9144000" cy="3836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62A449F-FF06-6AE6-7753-7F800152C6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33718"/>
            <a:ext cx="9144000" cy="2818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0C9E6E-DD7E-E8E0-4F4B-35DF84D69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453" y="523220"/>
            <a:ext cx="7548070" cy="430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26C7B5F-6C4C-FE76-1D29-ECE037DD6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810" y="723632"/>
            <a:ext cx="7916380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2C845D2-5C50-3ABC-44E9-28A94BF34A76}"/>
              </a:ext>
            </a:extLst>
          </p:cNvPr>
          <p:cNvSpPr txBox="1"/>
          <p:nvPr/>
        </p:nvSpPr>
        <p:spPr>
          <a:xfrm>
            <a:off x="439200" y="1828800"/>
            <a:ext cx="8308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b="1" dirty="0">
                <a:latin typeface="Montserrat" panose="00000500000000000000" pitchFamily="2" charset="0"/>
              </a:rPr>
              <a:t>No se registraron notas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5FAB80A-012C-0896-1E6C-D25C7381E0D3}"/>
              </a:ext>
            </a:extLst>
          </p:cNvPr>
          <p:cNvSpPr txBox="1"/>
          <p:nvPr/>
        </p:nvSpPr>
        <p:spPr>
          <a:xfrm>
            <a:off x="2286000" y="227639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dirty="0">
                <a:latin typeface="Montserrat" panose="00000500000000000000" pitchFamily="2" charset="0"/>
              </a:rPr>
              <a:t>No se registraron notas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70AED91-E05D-B331-CCCB-20B8D9C56879}"/>
              </a:ext>
            </a:extLst>
          </p:cNvPr>
          <p:cNvSpPr txBox="1"/>
          <p:nvPr/>
        </p:nvSpPr>
        <p:spPr>
          <a:xfrm>
            <a:off x="2286000" y="227639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dirty="0">
                <a:latin typeface="Montserrat" panose="00000500000000000000" pitchFamily="2" charset="0"/>
              </a:rPr>
              <a:t>No se registraron notas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4877875-A233-99C9-3AA2-1C489889EEF2}"/>
              </a:ext>
            </a:extLst>
          </p:cNvPr>
          <p:cNvSpPr txBox="1"/>
          <p:nvPr/>
        </p:nvSpPr>
        <p:spPr>
          <a:xfrm>
            <a:off x="2286000" y="2308790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400" b="1" dirty="0">
                <a:latin typeface="Montserrat" panose="00000500000000000000" pitchFamily="2" charset="0"/>
              </a:rPr>
              <a:t>No se registraron notas del gobernador en primeras planas</a:t>
            </a:r>
          </a:p>
        </p:txBody>
      </p:sp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758A578-A219-EF4B-60CD-0838FD292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6050"/>
            <a:ext cx="9144000" cy="353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545EBEC-6AE2-3DB9-11BF-D62AEF19A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2033"/>
            <a:ext cx="9144000" cy="2582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FFB1AF-E733-E91F-8B82-8118A9F5C6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7073"/>
            <a:ext cx="9144000" cy="3272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CD5E1EF-FDFC-E0CC-FEA4-0985BD4F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93408"/>
            <a:ext cx="9144000" cy="269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9BDC336-8949-9AC9-2C49-4E5C51B7B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1988"/>
            <a:ext cx="9144000" cy="3842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4D55E4-D6CD-3025-182F-F3C2A22FE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197" y="580017"/>
            <a:ext cx="6666581" cy="412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4174</TotalTime>
  <Words>111</Words>
  <Application>Microsoft Office PowerPoint</Application>
  <PresentationFormat>Presentación en pantalla (16:9)</PresentationFormat>
  <Paragraphs>23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409</cp:revision>
  <dcterms:modified xsi:type="dcterms:W3CDTF">2026-06-25T01:22:02Z</dcterms:modified>
</cp:coreProperties>
</file>