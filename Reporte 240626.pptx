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24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C15A26-E44C-4756-0E1A-87B60E649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3342"/>
            <a:ext cx="9144000" cy="383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2A449F-FF06-6AE6-7753-7F800152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3718"/>
            <a:ext cx="9144000" cy="281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0C9E6E-DD7E-E8E0-4F4B-35DF84D6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53" y="523220"/>
            <a:ext cx="7548070" cy="430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6C7B5F-6C4C-FE76-1D29-ECE037DD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0" y="723632"/>
            <a:ext cx="7916380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C845D2-5C50-3ABC-44E9-28A94BF34A76}"/>
              </a:ext>
            </a:extLst>
          </p:cNvPr>
          <p:cNvSpPr txBox="1"/>
          <p:nvPr/>
        </p:nvSpPr>
        <p:spPr>
          <a:xfrm>
            <a:off x="439200" y="1828800"/>
            <a:ext cx="830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FAB80A-012C-0896-1E6C-D25C7381E0D3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0AED91-E05D-B331-CCCB-20B8D9C56879}"/>
              </a:ext>
            </a:extLst>
          </p:cNvPr>
          <p:cNvSpPr txBox="1"/>
          <p:nvPr/>
        </p:nvSpPr>
        <p:spPr>
          <a:xfrm>
            <a:off x="2286000" y="2276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877875-A233-99C9-3AA2-1C489889EEF2}"/>
              </a:ext>
            </a:extLst>
          </p:cNvPr>
          <p:cNvSpPr txBox="1"/>
          <p:nvPr/>
        </p:nvSpPr>
        <p:spPr>
          <a:xfrm>
            <a:off x="2286000" y="23087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latin typeface="Montserrat" panose="00000500000000000000" pitchFamily="2" charset="0"/>
              </a:rPr>
              <a:t>No se registraron notas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738124-AC9E-44F1-FA9A-91110BD55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104"/>
            <a:ext cx="9144000" cy="358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FAA655-0F52-2415-7046-22E2D056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577"/>
            <a:ext cx="9144000" cy="26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3FD308-1AF1-CDC8-CE51-5353666B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589"/>
            <a:ext cx="9144000" cy="32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66AA9B-F4B7-AD64-B49A-36744BC9D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640"/>
            <a:ext cx="9144000" cy="281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1A173D-9E1A-BD40-E483-DBD52416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750"/>
            <a:ext cx="9144000" cy="38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96C7E4-3F38-E263-D3D0-EC51A32ED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674"/>
            <a:ext cx="9144000" cy="434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4167</TotalTime>
  <Words>111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408</cp:revision>
  <dcterms:modified xsi:type="dcterms:W3CDTF">2026-06-24T16:08:43Z</dcterms:modified>
</cp:coreProperties>
</file>