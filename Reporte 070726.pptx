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9" r:id="rId13"/>
    <p:sldId id="361" r:id="rId14"/>
    <p:sldId id="371" r:id="rId15"/>
    <p:sldId id="40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07 de julio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1762037-7A87-B124-D349-D68271DFD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7946"/>
            <a:ext cx="9144000" cy="382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F57F3B1-B609-9279-0A76-930BF6E19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4370"/>
            <a:ext cx="9144000" cy="275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E8A8222-9075-EAC6-5284-52D47BD80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09" y="523220"/>
            <a:ext cx="7598558" cy="433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577658E-DA5B-ABE5-DE12-71F3A2428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23" y="652185"/>
            <a:ext cx="7897327" cy="398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BE40A4E-DAD7-1F2B-E694-6D588D508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6819"/>
            <a:ext cx="9144000" cy="379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C6C85B8-C0FA-5D03-1E35-3765A521F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97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A2ADB1B-C2FA-8AD3-94FA-458B3F946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385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5EF3E2E-4234-1D5B-582A-A758FF71D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531" y="1224332"/>
            <a:ext cx="5117913" cy="295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B09BE1A-097B-F76E-BB7A-8ED2B3861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2156"/>
            <a:ext cx="9144000" cy="396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85FE8E3-F062-24B1-F9F5-AFDBDA9A9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8692"/>
            <a:ext cx="9144000" cy="290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CB4BE3E-4601-4746-BC1A-C4DC53196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1075"/>
            <a:ext cx="9144000" cy="434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66BF2FA-BD96-CF74-35CF-EE0C2E654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1037772"/>
            <a:ext cx="9144000" cy="321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37DDB57-3628-8CD0-863D-0A162C365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2928"/>
            <a:ext cx="9144000" cy="436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C59986-F48B-C2F8-8717-714125E0D234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744A1E5-17C1-8380-3381-5C557A892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9644"/>
            <a:ext cx="9144000" cy="372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20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4273</TotalTime>
  <Words>75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</vt:lpstr>
      <vt:lpstr>Montserrat Black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422</cp:revision>
  <dcterms:modified xsi:type="dcterms:W3CDTF">2026-07-08T00:03:02Z</dcterms:modified>
</cp:coreProperties>
</file>