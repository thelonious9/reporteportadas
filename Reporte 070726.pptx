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07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762037-7A87-B124-D349-D68271DFD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7946"/>
            <a:ext cx="9144000" cy="382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F57F3B1-B609-9279-0A76-930BF6E19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4370"/>
            <a:ext cx="9144000" cy="275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E8A8222-9075-EAC6-5284-52D47BD80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209" y="523220"/>
            <a:ext cx="7598558" cy="433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577658E-DA5B-ABE5-DE12-71F3A2428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23" y="652185"/>
            <a:ext cx="7897327" cy="398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BE40A4E-DAD7-1F2B-E694-6D588D508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6819"/>
            <a:ext cx="9144000" cy="379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6C85B8-C0FA-5D03-1E35-3765A521F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A2ADB1B-C2FA-8AD3-94FA-458B3F946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EF3E2E-4234-1D5B-582A-A758FF71D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531" y="1224332"/>
            <a:ext cx="5117913" cy="295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8003067-6DE6-0282-3648-52DEDE384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6448"/>
            <a:ext cx="9144000" cy="39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FABD344-BF12-4110-84B5-F4EFB6F70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5884"/>
            <a:ext cx="9144000" cy="295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4193F9-8DFA-A6E5-9877-F6B7DC858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496"/>
            <a:ext cx="9144000" cy="436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453BFF-46CF-7224-D0E2-39FADF4B1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319"/>
            <a:ext cx="9144000" cy="311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B795206-768E-ADBC-0C06-AB0284E14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849"/>
            <a:ext cx="9144000" cy="440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61DA47-C5E9-59BA-B1E5-B60066A8E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477" y="0"/>
            <a:ext cx="327704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4271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421</cp:revision>
  <dcterms:modified xsi:type="dcterms:W3CDTF">2026-07-07T16:01:24Z</dcterms:modified>
</cp:coreProperties>
</file>