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350" r:id="rId2"/>
    <p:sldId id="365" r:id="rId3"/>
    <p:sldId id="352" r:id="rId4"/>
    <p:sldId id="378" r:id="rId5"/>
    <p:sldId id="381" r:id="rId6"/>
    <p:sldId id="281" r:id="rId7"/>
    <p:sldId id="351" r:id="rId8"/>
    <p:sldId id="369" r:id="rId9"/>
    <p:sldId id="361" r:id="rId10"/>
    <p:sldId id="371" r:id="rId11"/>
    <p:sldId id="370" r:id="rId12"/>
    <p:sldId id="380" r:id="rId13"/>
    <p:sldId id="280" r:id="rId14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6"/>
      <p:bold r:id="rId17"/>
      <p:italic r:id="rId18"/>
      <p:boldItalic r:id="rId19"/>
    </p:embeddedFont>
    <p:embeddedFont>
      <p:font typeface="Montserrat Black" panose="00000A00000000000000" pitchFamily="2" charset="0"/>
      <p:bold r:id="rId20"/>
      <p:italic r:id="rId21"/>
      <p:boldItalic r:id="rId22"/>
    </p:embeddedFont>
    <p:embeddedFont>
      <p:font typeface="Segoe UI" panose="020B0502040204020203" pitchFamily="3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1B31"/>
    <a:srgbClr val="F4F6F8"/>
    <a:srgbClr val="3A3A3A"/>
    <a:srgbClr val="D8AB72"/>
    <a:srgbClr val="B28D5E"/>
    <a:srgbClr val="DBC6A0"/>
    <a:srgbClr val="F6E3C5"/>
    <a:srgbClr val="BC955B"/>
    <a:srgbClr val="EEEEEE"/>
    <a:srgbClr val="CBCA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1146" y="33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8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582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06 de abril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52D2DCF-D3AB-B270-762F-FA5D40D3F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3220"/>
            <a:ext cx="9144000" cy="425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2A85922-C470-B781-190F-3B32F0266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50232"/>
            <a:ext cx="9144000" cy="3043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negativas y positivas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408CF24-456A-D994-CCAC-E8B5F2DB7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113" y="485125"/>
            <a:ext cx="7868748" cy="46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B1A10F16-34D0-99BC-C2CE-7357DD481141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2C8D1FE-46AF-FB4E-F64E-1AA2B019C6BC}"/>
              </a:ext>
            </a:extLst>
          </p:cNvPr>
          <p:cNvSpPr txBox="1"/>
          <p:nvPr/>
        </p:nvSpPr>
        <p:spPr>
          <a:xfrm>
            <a:off x="338098" y="2227689"/>
            <a:ext cx="82449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3702185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9000" b="-19000"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A896FC-8168-8E2C-E4F7-11A96AAB671C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328D88E-F7AC-2A68-A018-1591D68BD6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0887"/>
            <a:ext cx="9144000" cy="440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50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36F7FE1-B4D4-E759-64CB-136040C938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0455"/>
            <a:ext cx="9144000" cy="3282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DAC338D-1158-A2FA-EBC1-3FCEECD54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3809"/>
            <a:ext cx="9144000" cy="425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BA8C45B0-4A21-6287-6AFE-B8111BCB1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3433"/>
            <a:ext cx="9144000" cy="345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EFC884C-751E-94CD-94DB-D571B68EC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4579"/>
            <a:ext cx="9144000" cy="2414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6903D2B-B628-46FF-5530-8427CCDFD7AB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B78AA33-A9D5-A3F6-9481-95BD64E36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021"/>
            <a:ext cx="9144000" cy="244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894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3CD2619-00B8-8B02-6415-81CE05D5337A}"/>
              </a:ext>
            </a:extLst>
          </p:cNvPr>
          <p:cNvSpPr txBox="1"/>
          <p:nvPr/>
        </p:nvSpPr>
        <p:spPr>
          <a:xfrm>
            <a:off x="2249488" y="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600" b="1" i="0" dirty="0">
                <a:solidFill>
                  <a:srgbClr val="611232"/>
                </a:solidFill>
                <a:effectLst/>
                <a:latin typeface="Segoe UI" panose="020B0502040204020203" pitchFamily="34" charset="0"/>
              </a:rPr>
              <a:t>Información Emitida por Radioescucha</a:t>
            </a:r>
            <a:endParaRPr lang="es-MX" sz="16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0CDF22D-EB58-BA71-1204-F3559B54E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1360"/>
            <a:ext cx="9144000" cy="1720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932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3495</TotalTime>
  <Words>79</Words>
  <Application>Microsoft Office PowerPoint</Application>
  <PresentationFormat>Presentación en pantalla (16:9)</PresentationFormat>
  <Paragraphs>17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8" baseType="lpstr">
      <vt:lpstr>Arial</vt:lpstr>
      <vt:lpstr>Segoe UI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330</cp:revision>
  <dcterms:modified xsi:type="dcterms:W3CDTF">2026-04-06T23:28:11Z</dcterms:modified>
</cp:coreProperties>
</file>