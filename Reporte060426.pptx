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7"/>
  </p:notesMasterIdLst>
  <p:sldIdLst>
    <p:sldId id="350" r:id="rId2"/>
    <p:sldId id="365" r:id="rId3"/>
    <p:sldId id="352" r:id="rId4"/>
    <p:sldId id="378" r:id="rId5"/>
    <p:sldId id="381" r:id="rId6"/>
    <p:sldId id="383" r:id="rId7"/>
    <p:sldId id="382" r:id="rId8"/>
    <p:sldId id="281" r:id="rId9"/>
    <p:sldId id="351" r:id="rId10"/>
    <p:sldId id="369" r:id="rId11"/>
    <p:sldId id="361" r:id="rId12"/>
    <p:sldId id="371" r:id="rId13"/>
    <p:sldId id="370" r:id="rId14"/>
    <p:sldId id="380" r:id="rId15"/>
    <p:sldId id="280" r:id="rId16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8"/>
      <p:bold r:id="rId19"/>
      <p:italic r:id="rId20"/>
      <p:boldItalic r:id="rId21"/>
    </p:embeddedFont>
    <p:embeddedFont>
      <p:font typeface="Montserrat Black" panose="00000A00000000000000" pitchFamily="2" charset="0"/>
      <p:bold r:id="rId22"/>
      <p:italic r:id="rId23"/>
      <p:boldItalic r:id="rId24"/>
    </p:embeddedFont>
    <p:embeddedFont>
      <p:font typeface="Segoe UI" panose="020B0502040204020203" pitchFamily="3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1B31"/>
    <a:srgbClr val="F4F6F8"/>
    <a:srgbClr val="3A3A3A"/>
    <a:srgbClr val="D8AB72"/>
    <a:srgbClr val="B28D5E"/>
    <a:srgbClr val="DBC6A0"/>
    <a:srgbClr val="F6E3C5"/>
    <a:srgbClr val="BC955B"/>
    <a:srgbClr val="EEEEEE"/>
    <a:srgbClr val="CBCA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3" d="100"/>
          <a:sy n="123" d="100"/>
        </p:scale>
        <p:origin x="1176" y="33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481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582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07 de abril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DAAD01E-7DB8-5F98-CA0B-DEA61FCB2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3220"/>
            <a:ext cx="9144000" cy="4291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A0FA052-F7EB-A891-4403-657DD8CBA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2038"/>
            <a:ext cx="9144000" cy="311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negativas y positivas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BA24B91-F066-ED9A-AF92-03D1623F8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505" y="521758"/>
            <a:ext cx="8083963" cy="234353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08CC722-188E-4E30-E6C2-B74B360BC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84" y="2891619"/>
            <a:ext cx="9144000" cy="2251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1A10F16-34D0-99BC-C2CE-7357DD481141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54CD13B-1971-7581-FA67-EA9A2BA72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1564"/>
            <a:ext cx="9144000" cy="4263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185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3E90D07-3C7A-2759-F2C8-F2BA3705CBD8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0C5022E-7339-9815-437A-7088F6F44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83771"/>
            <a:ext cx="4535488" cy="357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E32300D-4F7F-954A-C0A6-4ADBB941D0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9" y="783771"/>
            <a:ext cx="4535487" cy="3642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6165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0DDD7D1-6134-6DD8-BA7B-8FA9C54732C2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negativas y positivas en primeras planas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3B11C17-79CE-75AF-49BD-116CA0F81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86" y="804616"/>
            <a:ext cx="8249801" cy="353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300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9000" b="-19000"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3A896FC-8168-8E2C-E4F7-11A96AAB671C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E519184-483E-6E47-29BB-5E4B5D5601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4235"/>
            <a:ext cx="9144000" cy="4455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50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63C9A31-D66D-0587-E967-3D4615CEF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9115"/>
            <a:ext cx="9144000" cy="3285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C47020F-AC25-DC46-523B-E42775EC0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7033"/>
            <a:ext cx="9144000" cy="4169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4DFE778-6058-F329-3429-F5BC10914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5993"/>
            <a:ext cx="9144000" cy="2631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574ADE9-112E-3027-EBA8-15C432FD1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9951"/>
            <a:ext cx="9144000" cy="2663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6903D2B-B628-46FF-5530-8427CCDFD7AB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D3D68E7-1CEF-0BA4-119D-D7DE6F6C8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4307"/>
            <a:ext cx="9144000" cy="2294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894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3CD2619-00B8-8B02-6415-81CE05D5337A}"/>
              </a:ext>
            </a:extLst>
          </p:cNvPr>
          <p:cNvSpPr txBox="1"/>
          <p:nvPr/>
        </p:nvSpPr>
        <p:spPr>
          <a:xfrm>
            <a:off x="2249488" y="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i="0" dirty="0">
                <a:solidFill>
                  <a:srgbClr val="611232"/>
                </a:solidFill>
                <a:effectLst/>
                <a:latin typeface="Segoe UI" panose="020B0502040204020203" pitchFamily="34" charset="0"/>
              </a:rPr>
              <a:t>Información Emitida por Radioescucha</a:t>
            </a:r>
            <a:endParaRPr lang="es-MX" sz="16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FAA9414-AB5D-6703-04CA-60C85B466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294" y="400444"/>
            <a:ext cx="7806388" cy="448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9322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3509</TotalTime>
  <Words>82</Words>
  <Application>Microsoft Office PowerPoint</Application>
  <PresentationFormat>Presentación en pantalla (16:9)</PresentationFormat>
  <Paragraphs>18</Paragraphs>
  <Slides>15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</vt:lpstr>
      <vt:lpstr>Montserrat Black</vt:lpstr>
      <vt:lpstr>Montserrat</vt:lpstr>
      <vt:lpstr>Segoe UI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332</cp:revision>
  <dcterms:modified xsi:type="dcterms:W3CDTF">2026-04-08T00:00:53Z</dcterms:modified>
</cp:coreProperties>
</file>