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6"/>
  </p:notesMasterIdLst>
  <p:sldIdLst>
    <p:sldId id="350" r:id="rId2"/>
    <p:sldId id="365" r:id="rId3"/>
    <p:sldId id="352" r:id="rId4"/>
    <p:sldId id="378" r:id="rId5"/>
    <p:sldId id="381" r:id="rId6"/>
    <p:sldId id="281" r:id="rId7"/>
    <p:sldId id="351" r:id="rId8"/>
    <p:sldId id="369" r:id="rId9"/>
    <p:sldId id="361" r:id="rId10"/>
    <p:sldId id="371" r:id="rId11"/>
    <p:sldId id="370" r:id="rId12"/>
    <p:sldId id="379" r:id="rId13"/>
    <p:sldId id="380" r:id="rId14"/>
    <p:sldId id="280" r:id="rId15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7"/>
      <p:bold r:id="rId18"/>
      <p:italic r:id="rId19"/>
      <p:boldItalic r:id="rId20"/>
    </p:embeddedFont>
    <p:embeddedFont>
      <p:font typeface="Montserrat Black" panose="00000A00000000000000" pitchFamily="2" charset="0"/>
      <p:bold r:id="rId21"/>
      <p:italic r:id="rId22"/>
      <p:boldItalic r:id="rId23"/>
    </p:embeddedFont>
    <p:embeddedFont>
      <p:font typeface="Segoe UI" panose="020B0502040204020203" pitchFamily="3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1B31"/>
    <a:srgbClr val="F4F6F8"/>
    <a:srgbClr val="3A3A3A"/>
    <a:srgbClr val="D8AB72"/>
    <a:srgbClr val="B28D5E"/>
    <a:srgbClr val="DBC6A0"/>
    <a:srgbClr val="F6E3C5"/>
    <a:srgbClr val="BC955B"/>
    <a:srgbClr val="EEEEEE"/>
    <a:srgbClr val="CBCA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1146" y="33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8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582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06 de abril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2D2DCF-D3AB-B270-762F-FA5D40D3F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3220"/>
            <a:ext cx="9144000" cy="425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2A85922-C470-B781-190F-3B32F0266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50232"/>
            <a:ext cx="9144000" cy="3043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408CF24-456A-D994-CCAC-E8B5F2DB7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113" y="485125"/>
            <a:ext cx="7868748" cy="46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1A10F16-34D0-99BC-C2CE-7357DD481141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2C8D1FE-46AF-FB4E-F64E-1AA2B019C6BC}"/>
              </a:ext>
            </a:extLst>
          </p:cNvPr>
          <p:cNvSpPr txBox="1"/>
          <p:nvPr/>
        </p:nvSpPr>
        <p:spPr>
          <a:xfrm>
            <a:off x="338098" y="2227689"/>
            <a:ext cx="82449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3702185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9000" b="-19000"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A896FC-8168-8E2C-E4F7-11A96AAB671C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5EB97D1-0406-82D5-AB0C-F106718C17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68923"/>
            <a:ext cx="9144000" cy="4405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50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AFF2CA9-EA1D-3831-0E70-14EEC4AA8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4854"/>
            <a:ext cx="9144000" cy="323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663E225-0271-8539-B654-7826BA486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2948"/>
            <a:ext cx="9144000" cy="4437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A44FF99-E084-8536-CAC7-4677DBF1E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87698"/>
            <a:ext cx="9144000" cy="2968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D027F35-3A48-6256-BC58-7E83FD96E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0022"/>
            <a:ext cx="9144000" cy="268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6903D2B-B628-46FF-5530-8427CCDFD7AB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D5BBB63-1AD2-B0DA-36EC-FD2C9649A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2535"/>
            <a:ext cx="9144000" cy="235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894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C1A25-C9EE-F5E8-70B0-72848C496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BD034C7B-D28A-2217-7904-DE5230378964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F9FC4D5-ACC1-2E78-F350-8EA7173A6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5196"/>
            <a:ext cx="9144000" cy="359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514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3CD2619-00B8-8B02-6415-81CE05D5337A}"/>
              </a:ext>
            </a:extLst>
          </p:cNvPr>
          <p:cNvSpPr txBox="1"/>
          <p:nvPr/>
        </p:nvSpPr>
        <p:spPr>
          <a:xfrm>
            <a:off x="2249488" y="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600" b="1" i="0" dirty="0">
                <a:solidFill>
                  <a:srgbClr val="611232"/>
                </a:solidFill>
                <a:effectLst/>
                <a:latin typeface="Segoe UI" panose="020B0502040204020203" pitchFamily="34" charset="0"/>
              </a:rPr>
              <a:t>Información Emitida por Radioescucha</a:t>
            </a:r>
            <a:endParaRPr lang="es-MX" sz="16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76C2AE5-6278-2571-E9B9-B47ECDDEE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74" y="1238064"/>
            <a:ext cx="7182852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932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3473</TotalTime>
  <Words>84</Words>
  <Application>Microsoft Office PowerPoint</Application>
  <PresentationFormat>Presentación en pantalla (16:9)</PresentationFormat>
  <Paragraphs>18</Paragraphs>
  <Slides>14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9" baseType="lpstr">
      <vt:lpstr>Segoe UI</vt:lpstr>
      <vt:lpstr>Montserrat Black</vt:lpstr>
      <vt:lpstr>Montserrat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329</cp:revision>
  <dcterms:modified xsi:type="dcterms:W3CDTF">2026-04-06T17:31:39Z</dcterms:modified>
</cp:coreProperties>
</file>