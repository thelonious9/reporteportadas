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6"/>
  </p:notesMasterIdLst>
  <p:sldIdLst>
    <p:sldId id="350" r:id="rId2"/>
    <p:sldId id="352" r:id="rId3"/>
    <p:sldId id="393" r:id="rId4"/>
    <p:sldId id="399" r:id="rId5"/>
    <p:sldId id="378" r:id="rId6"/>
    <p:sldId id="394" r:id="rId7"/>
    <p:sldId id="395" r:id="rId8"/>
    <p:sldId id="396" r:id="rId9"/>
    <p:sldId id="388" r:id="rId10"/>
    <p:sldId id="351" r:id="rId11"/>
    <p:sldId id="369" r:id="rId12"/>
    <p:sldId id="361" r:id="rId13"/>
    <p:sldId id="371" r:id="rId14"/>
    <p:sldId id="280" r:id="rId15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7"/>
      <p:bold r:id="rId18"/>
      <p:italic r:id="rId19"/>
      <p:boldItalic r:id="rId20"/>
    </p:embeddedFont>
    <p:embeddedFont>
      <p:font typeface="Montserrat Black" panose="00000A00000000000000" pitchFamily="2" charset="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20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D8FB4-E321-0E01-8262-6CF75FF3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992D699-CFB9-7D9E-96EA-B379B7F5A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055D00D-F622-9591-B42F-DD768852A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72466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49345-865A-0DA3-76DB-D96B92B9C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FA5609B-DEE3-43D0-62AD-1D7731C038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2E0C674-5D05-F1AA-1E23-CB69872B21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99449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8544991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16</a:t>
            </a:r>
            <a:r>
              <a:rPr lang="es-MX" sz="1600" dirty="0">
                <a:solidFill>
                  <a:srgbClr val="D8AB72"/>
                </a:solidFill>
              </a:rPr>
              <a:t> de junio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E409DFD-7D14-1953-5E58-0E49E9530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29304"/>
            <a:ext cx="9144000" cy="3427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115B23-9219-C74D-1B93-EB466FF53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5272FFEB-F79A-B289-E2B0-F9E2F92695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2D904D8-8D87-DD61-7125-6AD71D3E7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45522"/>
            <a:ext cx="9144000" cy="2395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791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02CF3-B90A-0EB5-9801-0ED2916E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426AD94F-EE82-EF95-255F-C7BB0EE7D2C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1F1C54CF-DC44-2FB1-9EDF-692EAAEBE9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27" y="682864"/>
            <a:ext cx="7778922" cy="3920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577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DF669A7-0BB0-B6A9-DFDE-8F75BCD646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586" y="1424486"/>
            <a:ext cx="7035804" cy="2437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9FA7E65-EF43-768F-A6DC-69AABA4DFF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47562"/>
            <a:ext cx="9144000" cy="3391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3CFB2E3-4908-B7E5-1540-DA729FA887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CA1CA88-D23D-4A1C-7B03-76F82F91F3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109" y="722464"/>
            <a:ext cx="7621782" cy="3841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75F16DE-9971-556E-07CB-0ED439CEC0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91320"/>
            <a:ext cx="9144000" cy="3506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C7865B1-EDA7-B53C-94EC-BA69BFCC02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1349560"/>
            <a:ext cx="9144000" cy="2587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983B9F0-F1B6-9CD7-9AFB-C42894DAB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757561"/>
            <a:ext cx="9144000" cy="3771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9D560D6-DCF8-3CB9-4213-D04B7E3136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89753"/>
            <a:ext cx="9144000" cy="2763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C52C117-3ADB-AF29-329B-DFD9739D8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4012"/>
            <a:ext cx="9144000" cy="3878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4104</TotalTime>
  <Words>65</Words>
  <Application>Microsoft Office PowerPoint</Application>
  <PresentationFormat>Presentación en pantalla (16:9)</PresentationFormat>
  <Paragraphs>17</Paragraphs>
  <Slides>14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Montserrat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398</cp:revision>
  <dcterms:modified xsi:type="dcterms:W3CDTF">2026-06-16T15:11:59Z</dcterms:modified>
</cp:coreProperties>
</file>