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7"/>
  </p:notesMasterIdLst>
  <p:sldIdLst>
    <p:sldId id="350" r:id="rId2"/>
    <p:sldId id="352" r:id="rId3"/>
    <p:sldId id="393" r:id="rId4"/>
    <p:sldId id="399" r:id="rId5"/>
    <p:sldId id="378" r:id="rId6"/>
    <p:sldId id="394" r:id="rId7"/>
    <p:sldId id="395" r:id="rId8"/>
    <p:sldId id="396" r:id="rId9"/>
    <p:sldId id="388" r:id="rId10"/>
    <p:sldId id="351" r:id="rId11"/>
    <p:sldId id="369" r:id="rId12"/>
    <p:sldId id="361" r:id="rId13"/>
    <p:sldId id="371" r:id="rId14"/>
    <p:sldId id="400" r:id="rId15"/>
    <p:sldId id="280" r:id="rId16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Montserrat Black" panose="00000A00000000000000" pitchFamily="2" charset="0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49345-865A-0DA3-76DB-D96B92B9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A5609B-DEE3-43D0-62AD-1D7731C03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E0C674-5D05-F1AA-1E23-CB69872B2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9449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54499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16</a:t>
            </a:r>
            <a:r>
              <a:rPr lang="es-MX" sz="1600" dirty="0">
                <a:solidFill>
                  <a:srgbClr val="D8AB72"/>
                </a:solidFill>
              </a:rPr>
              <a:t> de junio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E409DFD-7D14-1953-5E58-0E49E9530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9304"/>
            <a:ext cx="9144000" cy="342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2D904D8-8D87-DD61-7125-6AD71D3E7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45522"/>
            <a:ext cx="9144000" cy="239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02CF3-B90A-0EB5-9801-0ED2916E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426AD94F-EE82-EF95-255F-C7BB0EE7D2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F1C54CF-DC44-2FB1-9EDF-692EAAEBE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27" y="682864"/>
            <a:ext cx="7778922" cy="392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77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DF669A7-0BB0-B6A9-DFDE-8F75BCD64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586" y="1424486"/>
            <a:ext cx="7035804" cy="243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9FA7E65-EF43-768F-A6DC-69AABA4DF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7562"/>
            <a:ext cx="9144000" cy="339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3CFB2E3-4908-B7E5-1540-DA729FA88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CA1CA88-D23D-4A1C-7B03-76F82F91F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09" y="722464"/>
            <a:ext cx="7621782" cy="384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90C8162-0464-4DE9-95AC-09B86A4C1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9865"/>
            <a:ext cx="9144000" cy="420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7F2602B-9D9D-C977-286C-7B00CD168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2930"/>
            <a:ext cx="9144000" cy="258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EEF2743-5B6C-76DA-39E7-2745BEB74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558285"/>
            <a:ext cx="9144000" cy="416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ED1922D-A910-8BB7-BF9F-81FB3CD72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887662"/>
            <a:ext cx="9144000" cy="351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ADD2CB-E67F-3598-C872-FB7C47B18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2326"/>
            <a:ext cx="9144000" cy="442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C59986-F48B-C2F8-8717-714125E0D23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CA1E62F-3804-D02A-4F67-3360EB84F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8451"/>
            <a:ext cx="9144000" cy="382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0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4110</TotalTime>
  <Words>69</Words>
  <Application>Microsoft Office PowerPoint</Application>
  <PresentationFormat>Presentación en pantalla (16:9)</PresentationFormat>
  <Paragraphs>18</Paragraphs>
  <Slides>15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Montserrat</vt:lpstr>
      <vt:lpstr>Montserrat Black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399</cp:revision>
  <dcterms:modified xsi:type="dcterms:W3CDTF">2026-06-16T22:48:02Z</dcterms:modified>
</cp:coreProperties>
</file>