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52" r:id="rId3"/>
    <p:sldId id="393" r:id="rId4"/>
    <p:sldId id="399" r:id="rId5"/>
    <p:sldId id="378" r:id="rId6"/>
    <p:sldId id="394" r:id="rId7"/>
    <p:sldId id="395" r:id="rId8"/>
    <p:sldId id="396" r:id="rId9"/>
    <p:sldId id="403" r:id="rId10"/>
    <p:sldId id="388" r:id="rId11"/>
    <p:sldId id="351" r:id="rId12"/>
    <p:sldId id="369" r:id="rId13"/>
    <p:sldId id="361" r:id="rId14"/>
    <p:sldId id="371" r:id="rId15"/>
    <p:sldId id="40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49345-865A-0DA3-76DB-D96B92B9C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A5609B-DEE3-43D0-62AD-1D7731C03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2E0C674-5D05-F1AA-1E23-CB69872B2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9449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54499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24 de junio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9AF449A-6DF5-16EB-D505-BA55ECBA9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9834"/>
            <a:ext cx="9144000" cy="380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2FE05B6-5F8F-5ACE-2A74-79A2A622D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7884"/>
            <a:ext cx="9144000" cy="277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02CF3-B90A-0EB5-9801-0ED2916E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426AD94F-EE82-EF95-255F-C7BB0EE7D2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CCDC413-6CE1-5DDF-C79B-A45DB7A3D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385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77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EDDD12A-7C24-5938-2C30-ED1AACEE5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73" y="1166607"/>
            <a:ext cx="7906853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C845D2-5C50-3ABC-44E9-28A94BF34A76}"/>
              </a:ext>
            </a:extLst>
          </p:cNvPr>
          <p:cNvSpPr txBox="1"/>
          <p:nvPr/>
        </p:nvSpPr>
        <p:spPr>
          <a:xfrm>
            <a:off x="439200" y="1828800"/>
            <a:ext cx="830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>
                <a:latin typeface="Montserrat" panose="00000500000000000000" pitchFamily="2" charset="0"/>
              </a:rPr>
              <a:t>No se registraron notas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5FAB80A-012C-0896-1E6C-D25C7381E0D3}"/>
              </a:ext>
            </a:extLst>
          </p:cNvPr>
          <p:cNvSpPr txBox="1"/>
          <p:nvPr/>
        </p:nvSpPr>
        <p:spPr>
          <a:xfrm>
            <a:off x="2286000" y="227639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>
                <a:latin typeface="Montserrat" panose="00000500000000000000" pitchFamily="2" charset="0"/>
              </a:rPr>
              <a:t>No se registraron notas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70AED91-E05D-B331-CCCB-20B8D9C56879}"/>
              </a:ext>
            </a:extLst>
          </p:cNvPr>
          <p:cNvSpPr txBox="1"/>
          <p:nvPr/>
        </p:nvSpPr>
        <p:spPr>
          <a:xfrm>
            <a:off x="2286000" y="227639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>
                <a:latin typeface="Montserrat" panose="00000500000000000000" pitchFamily="2" charset="0"/>
              </a:rPr>
              <a:t>No se registraron notas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877875-A233-99C9-3AA2-1C489889EEF2}"/>
              </a:ext>
            </a:extLst>
          </p:cNvPr>
          <p:cNvSpPr txBox="1"/>
          <p:nvPr/>
        </p:nvSpPr>
        <p:spPr>
          <a:xfrm>
            <a:off x="2286000" y="230879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>
                <a:latin typeface="Montserrat" panose="00000500000000000000" pitchFamily="2" charset="0"/>
              </a:rPr>
              <a:t>No se registraron notas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758A578-A219-EF4B-60CD-0838FD292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6050"/>
            <a:ext cx="9144000" cy="353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545EBEC-6AE2-3DB9-11BF-D62AEF19A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2033"/>
            <a:ext cx="9144000" cy="258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3FFB1AF-E733-E91F-8B82-8118A9F5C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7073"/>
            <a:ext cx="9144000" cy="327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CD5E1EF-FDFC-E0CC-FEA4-0985BD4F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3408"/>
            <a:ext cx="9144000" cy="269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9BDC336-8949-9AC9-2C49-4E5C51B7B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1988"/>
            <a:ext cx="9144000" cy="384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C59986-F48B-C2F8-8717-714125E0D23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4D55E4-D6CD-3025-182F-F3C2A22FE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197" y="580017"/>
            <a:ext cx="6666581" cy="412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0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4175</TotalTime>
  <Words>111</Words>
  <Application>Microsoft Office PowerPoint</Application>
  <PresentationFormat>Presentación en pantalla (16:9)</PresentationFormat>
  <Paragraphs>23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 Black</vt:lpstr>
      <vt:lpstr>Arial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410</cp:revision>
  <dcterms:modified xsi:type="dcterms:W3CDTF">2026-06-25T15:53:48Z</dcterms:modified>
</cp:coreProperties>
</file>