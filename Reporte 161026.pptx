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414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210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16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05294D-0991-B074-6902-1C9E53EC2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6015"/>
            <a:ext cx="9144000" cy="343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1E6D35-0A23-ACD5-9539-A0F5A465E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9881"/>
            <a:ext cx="9144000" cy="248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Temas 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03BF33-0088-8801-3233-9B54DC32D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77BD724-2514-CABC-8FAB-6CA7BA2AE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200" y="452438"/>
            <a:ext cx="7058025" cy="21907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410BEA2-51AA-1C03-8F55-2E84A5FD9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76221"/>
            <a:ext cx="9144000" cy="221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46C00C-BFD0-2688-0411-BC76AAA51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279"/>
            <a:ext cx="9144000" cy="341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AB7FA67-03D2-B252-AFA0-87FA658907B5}"/>
              </a:ext>
            </a:extLst>
          </p:cNvPr>
          <p:cNvSpPr txBox="1"/>
          <p:nvPr/>
        </p:nvSpPr>
        <p:spPr>
          <a:xfrm>
            <a:off x="1353600" y="2217807"/>
            <a:ext cx="66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180A866-8103-7391-F12A-DCF01D39617F}"/>
              </a:ext>
            </a:extLst>
          </p:cNvPr>
          <p:cNvSpPr txBox="1"/>
          <p:nvPr/>
        </p:nvSpPr>
        <p:spPr>
          <a:xfrm>
            <a:off x="1353600" y="2217807"/>
            <a:ext cx="66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6C89079-3408-10CE-4AB0-4A10750AB576}"/>
              </a:ext>
            </a:extLst>
          </p:cNvPr>
          <p:cNvSpPr txBox="1"/>
          <p:nvPr/>
        </p:nvSpPr>
        <p:spPr>
          <a:xfrm>
            <a:off x="1360800" y="2289245"/>
            <a:ext cx="66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9E2D55-FDCC-F3E2-08E8-A4EEE0A42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1036"/>
            <a:ext cx="9144000" cy="340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1DEC70-61ED-1251-A2C9-2FB99055F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1965"/>
            <a:ext cx="9144000" cy="260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5175B98-4FA1-260D-36D8-AB8C47F35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6038"/>
            <a:ext cx="9144000" cy="389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562C22-A056-C48F-4EF0-405398D9F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4948"/>
            <a:ext cx="9144000" cy="235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ECE25-AC21-A7D3-5461-977DF578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E866DD6-383B-7387-A9D4-E1185B62D9D3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Impactos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81E828B-B7CC-7881-553B-5380FE6C4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0148"/>
            <a:ext cx="9144000" cy="416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55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2C67BE-35FC-F967-D072-5BB8DF554D19}"/>
              </a:ext>
            </a:extLst>
          </p:cNvPr>
          <p:cNvSpPr txBox="1"/>
          <p:nvPr/>
        </p:nvSpPr>
        <p:spPr>
          <a:xfrm>
            <a:off x="907200" y="2166134"/>
            <a:ext cx="751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anose="00000500000000000000" pitchFamily="2" charset="0"/>
              </a:rPr>
              <a:t>No se registró información emitida por radioescuchas</a:t>
            </a:r>
          </a:p>
        </p:txBody>
      </p:sp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4969</TotalTime>
  <Words>110</Words>
  <Application>Microsoft Office PowerPoint</Application>
  <PresentationFormat>Presentación en pantalla (16:9)</PresentationFormat>
  <Paragraphs>23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539</cp:revision>
  <dcterms:modified xsi:type="dcterms:W3CDTF">2026-10-16T23:26:49Z</dcterms:modified>
</cp:coreProperties>
</file>