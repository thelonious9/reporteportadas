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5"/>
  </p:notesMasterIdLst>
  <p:sldIdLst>
    <p:sldId id="350" r:id="rId2"/>
    <p:sldId id="365" r:id="rId3"/>
    <p:sldId id="352" r:id="rId4"/>
    <p:sldId id="378" r:id="rId5"/>
    <p:sldId id="281" r:id="rId6"/>
    <p:sldId id="351" r:id="rId7"/>
    <p:sldId id="369" r:id="rId8"/>
    <p:sldId id="361" r:id="rId9"/>
    <p:sldId id="371" r:id="rId10"/>
    <p:sldId id="370" r:id="rId11"/>
    <p:sldId id="384" r:id="rId12"/>
    <p:sldId id="380" r:id="rId13"/>
    <p:sldId id="280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Black" panose="00000A00000000000000" pitchFamily="2" charset="0"/>
      <p:bold r:id="rId20"/>
      <p:italic r:id="rId21"/>
      <p:boldItalic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4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23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F92B6B-36BB-DEBD-B37A-A5F760593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9144000" cy="425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85027C-23F3-CD4E-E271-04EEEA80F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5878"/>
            <a:ext cx="9144000" cy="307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4FFE48F-C653-2543-9F6B-313A1EA9A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235"/>
            <a:ext cx="9144000" cy="259063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49FF528-5C6C-2D52-4BAB-1BA081AE2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5865"/>
            <a:ext cx="3722400" cy="61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768796-87C8-1993-6DFB-A0A47B071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2279"/>
            <a:ext cx="9144000" cy="438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5D6F33-328F-A7ED-4A21-E063D4E3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025"/>
            <a:ext cx="9144000" cy="320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C4DE24-5491-43F6-2508-D520F9E0F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" y="810849"/>
            <a:ext cx="9144000" cy="366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F99323-CE9E-8481-B408-8FA0CFBC5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936"/>
            <a:ext cx="9144000" cy="340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801B61-C20D-5FEB-E1F2-E758E39E2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5645"/>
            <a:ext cx="9144000" cy="263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D33F92-DF2D-475B-81B1-7217A1935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9834"/>
            <a:ext cx="9144000" cy="246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1244-19EC-0EAD-B6B6-7DE5F3AE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63A989B-13BA-D6AB-C954-BA6B16ED666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F66BBB5-9FC0-CECD-38C7-1464B903C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658200"/>
            <a:ext cx="50673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9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Radioescuchas</a:t>
            </a:r>
            <a:endParaRPr lang="es-MX" sz="1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570CFA-3EA9-4511-1BB8-94B56D485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843"/>
            <a:ext cx="9144000" cy="407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3663</TotalTime>
  <Words>71</Words>
  <Application>Microsoft Office PowerPoint</Application>
  <PresentationFormat>Presentación en pantalla (16:9)</PresentationFormat>
  <Paragraphs>16</Paragraphs>
  <Slides>13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Montserrat Black</vt:lpstr>
      <vt:lpstr>Montserrat</vt:lpstr>
      <vt:lpstr>Segoe UI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349</cp:revision>
  <dcterms:modified xsi:type="dcterms:W3CDTF">2026-04-25T00:26:18Z</dcterms:modified>
</cp:coreProperties>
</file>