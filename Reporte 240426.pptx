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350" r:id="rId2"/>
    <p:sldId id="365" r:id="rId3"/>
    <p:sldId id="352" r:id="rId4"/>
    <p:sldId id="378" r:id="rId5"/>
    <p:sldId id="281" r:id="rId6"/>
    <p:sldId id="351" r:id="rId7"/>
    <p:sldId id="369" r:id="rId8"/>
    <p:sldId id="361" r:id="rId9"/>
    <p:sldId id="371" r:id="rId10"/>
    <p:sldId id="370" r:id="rId11"/>
    <p:sldId id="380" r:id="rId12"/>
    <p:sldId id="280" r:id="rId13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15"/>
      <p:bold r:id="rId16"/>
      <p:italic r:id="rId17"/>
      <p:boldItalic r:id="rId18"/>
    </p:embeddedFont>
    <p:embeddedFont>
      <p:font typeface="Montserrat Black" panose="00000A00000000000000" pitchFamily="2" charset="0"/>
      <p:bold r:id="rId19"/>
      <p:italic r:id="rId20"/>
      <p:boldItalic r:id="rId21"/>
    </p:embeddedFont>
    <p:embeddedFont>
      <p:font typeface="Segoe UI" panose="020B0502040204020203" pitchFamily="34" charset="0"/>
      <p:regular r:id="rId22"/>
      <p:bold r:id="rId23"/>
      <p:italic r:id="rId24"/>
      <p:boldItalic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0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563358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44819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582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</a:t>
            </a:r>
            <a:r>
              <a:rPr kumimoji="0" lang="es-MX" sz="1600" b="0" i="0" u="none" strike="noStrike" kern="0" cap="none" spc="0" normalizeH="0" baseline="0" noProof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: 24</a:t>
            </a:r>
            <a:r>
              <a:rPr lang="es-MX" sz="1600">
                <a:solidFill>
                  <a:srgbClr val="D8AB72"/>
                </a:solidFill>
              </a:rPr>
              <a:t> </a:t>
            </a:r>
            <a:r>
              <a:rPr lang="es-MX" sz="1600" dirty="0">
                <a:solidFill>
                  <a:srgbClr val="D8AB72"/>
                </a:solidFill>
              </a:rPr>
              <a:t>de abril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14:00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78379D8F-E8C5-7EA8-DBB0-B6484BBC9BD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77F63FC-EA47-1D2A-BA95-D8B41C86D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7894"/>
            <a:ext cx="9144000" cy="41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515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733E49C1-1D8F-00BE-B848-54AEEE19433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BDFA8F0-4C7B-5F93-A89D-4146B3433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46090"/>
            <a:ext cx="9144000" cy="305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673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DFC28BF4-D482-2861-AE41-CFF0342FFB9A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A9189D4-6B15-4CFF-5C19-22B78393C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78" y="1447643"/>
            <a:ext cx="7830643" cy="2248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384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A896FC-8168-8E2C-E4F7-11A96AAB671C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5D62587-1053-80CC-623F-1B09A6A5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33388"/>
            <a:ext cx="9144000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504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1066DBC5-3D0E-D4A2-9752-ACCAC693C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6157"/>
            <a:ext cx="9144000" cy="317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F744C4E-7989-E42A-6719-D2977E6A43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2950"/>
            <a:ext cx="9144000" cy="4260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0AD1A7B-525F-AD9D-A68B-1ADF01056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9767"/>
            <a:ext cx="9144000" cy="3423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03F310A-9954-84C2-0DD1-64AFDAEC3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6775"/>
            <a:ext cx="9144000" cy="258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6903D2B-B628-46FF-5530-8427CCDFD7AB}"/>
              </a:ext>
            </a:extLst>
          </p:cNvPr>
          <p:cNvSpPr txBox="1"/>
          <p:nvPr/>
        </p:nvSpPr>
        <p:spPr>
          <a:xfrm>
            <a:off x="1926166" y="0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FB9C758-21B5-205A-9A52-9C0E473EE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62186"/>
            <a:ext cx="9144000" cy="241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894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3CD2619-00B8-8B02-6415-81CE05D5337A}"/>
              </a:ext>
            </a:extLst>
          </p:cNvPr>
          <p:cNvSpPr txBox="1"/>
          <p:nvPr/>
        </p:nvSpPr>
        <p:spPr>
          <a:xfrm>
            <a:off x="2249488" y="0"/>
            <a:ext cx="4572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600" b="1" i="0" dirty="0">
                <a:solidFill>
                  <a:srgbClr val="611232"/>
                </a:solidFill>
                <a:effectLst/>
                <a:latin typeface="Segoe UI" panose="020B0502040204020203" pitchFamily="34" charset="0"/>
              </a:rPr>
              <a:t>Información Emitida por Radioescuchas</a:t>
            </a:r>
            <a:endParaRPr lang="es-MX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283C4F7-A449-9A15-6C3B-5B66369900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602" y="495010"/>
            <a:ext cx="4448796" cy="4153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29322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3675</TotalTime>
  <Words>66</Words>
  <Application>Microsoft Office PowerPoint</Application>
  <PresentationFormat>Presentación en pantalla (16:9)</PresentationFormat>
  <Paragraphs>15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7" baseType="lpstr">
      <vt:lpstr>Arial</vt:lpstr>
      <vt:lpstr>Montserrat Black</vt:lpstr>
      <vt:lpstr>Montserrat</vt:lpstr>
      <vt:lpstr>Segoe UI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350</cp:revision>
  <dcterms:modified xsi:type="dcterms:W3CDTF">2026-04-25T00:38:53Z</dcterms:modified>
</cp:coreProperties>
</file>