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3"/>
  </p:notesMasterIdLst>
  <p:sldIdLst>
    <p:sldId id="350" r:id="rId2"/>
    <p:sldId id="365" r:id="rId3"/>
    <p:sldId id="352" r:id="rId4"/>
    <p:sldId id="378" r:id="rId5"/>
    <p:sldId id="281" r:id="rId6"/>
    <p:sldId id="351" r:id="rId7"/>
    <p:sldId id="369" r:id="rId8"/>
    <p:sldId id="361" r:id="rId9"/>
    <p:sldId id="371" r:id="rId10"/>
    <p:sldId id="384" r:id="rId11"/>
    <p:sldId id="280" r:id="rId12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4"/>
      <p:bold r:id="rId15"/>
      <p:italic r:id="rId16"/>
      <p:boldItalic r:id="rId17"/>
    </p:embeddedFont>
    <p:embeddedFont>
      <p:font typeface="Montserrat Black" panose="00000A00000000000000" pitchFamily="2" charset="0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48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29</a:t>
            </a:r>
            <a:r>
              <a:rPr lang="es-MX" sz="1600" dirty="0">
                <a:solidFill>
                  <a:srgbClr val="D8AB72"/>
                </a:solidFill>
              </a:rPr>
              <a:t> de abril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06E6674-0ABF-744E-D67C-24746EDFC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9040"/>
            <a:ext cx="9144000" cy="3785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0617501-53E6-FD20-7A8A-514DEF837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5729"/>
            <a:ext cx="9144000" cy="2692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359D47E-72A1-85D8-99D5-24EFA1934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36" y="647431"/>
            <a:ext cx="7897327" cy="384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3A896FC-8168-8E2C-E4F7-11A96AAB671C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C412149-6860-1823-2F45-ECC5E0E43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6225"/>
            <a:ext cx="9144000" cy="3951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0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232F0E1-2215-D71A-6DB7-8684F92A3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2089"/>
            <a:ext cx="9144000" cy="293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9800729-FB37-EA8F-5AAC-05464A290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9763"/>
            <a:ext cx="9144000" cy="428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30B76B0-72A6-5547-C615-99B2BA441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7740"/>
            <a:ext cx="9144000" cy="2588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DDC2CBF-F958-EDF8-6FAB-9FDBB1153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1065"/>
            <a:ext cx="9144000" cy="4521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CA6E3AA-9467-5FF2-A182-F9C74DF835BA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Información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636064D-0343-3A86-648D-45BEFE1B1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880" y="370809"/>
            <a:ext cx="3515216" cy="477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88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3718</TotalTime>
  <Words>61</Words>
  <Application>Microsoft Office PowerPoint</Application>
  <PresentationFormat>Presentación en pantalla (16:9)</PresentationFormat>
  <Paragraphs>14</Paragraphs>
  <Slides>11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Montserrat Black</vt:lpstr>
      <vt:lpstr>Montserrat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353</cp:revision>
  <dcterms:modified xsi:type="dcterms:W3CDTF">2026-04-30T00:52:31Z</dcterms:modified>
</cp:coreProperties>
</file>