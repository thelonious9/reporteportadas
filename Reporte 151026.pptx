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9"/>
  </p:notesMasterIdLst>
  <p:sldIdLst>
    <p:sldId id="350" r:id="rId2"/>
    <p:sldId id="404" r:id="rId3"/>
    <p:sldId id="408" r:id="rId4"/>
    <p:sldId id="405" r:id="rId5"/>
    <p:sldId id="406" r:id="rId6"/>
    <p:sldId id="414" r:id="rId7"/>
    <p:sldId id="394" r:id="rId8"/>
    <p:sldId id="395" r:id="rId9"/>
    <p:sldId id="396" r:id="rId10"/>
    <p:sldId id="403" r:id="rId11"/>
    <p:sldId id="388" r:id="rId12"/>
    <p:sldId id="351" r:id="rId13"/>
    <p:sldId id="361" r:id="rId14"/>
    <p:sldId id="412" r:id="rId15"/>
    <p:sldId id="371" r:id="rId16"/>
    <p:sldId id="413" r:id="rId17"/>
    <p:sldId id="280" r:id="rId18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20"/>
      <p:bold r:id="rId21"/>
      <p:italic r:id="rId22"/>
      <p:boldItalic r:id="rId23"/>
    </p:embeddedFont>
    <p:embeddedFont>
      <p:font typeface="Montserrat Black" panose="00000A00000000000000" pitchFamily="2" charset="0"/>
      <p:bold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F8F9FA"/>
    <a:srgbClr val="F4F6F8"/>
    <a:srgbClr val="691B31"/>
    <a:srgbClr val="3A3A3A"/>
    <a:srgbClr val="D8AB72"/>
    <a:srgbClr val="B28D5E"/>
    <a:srgbClr val="DBC6A0"/>
    <a:srgbClr val="F6E3C5"/>
    <a:srgbClr val="BC95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FF242-FBA1-05E2-B0BD-B879482E0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757BD97-1F6B-5DAA-DBAF-695B6818C3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056E206-792C-C9D0-1071-A1C7D33EBD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182635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</a:t>
            </a:r>
            <a:r>
              <a:rPr lang="es-MX" sz="1600" dirty="0">
                <a:solidFill>
                  <a:srgbClr val="D8AB72"/>
                </a:solidFill>
              </a:rPr>
              <a:t>15</a:t>
            </a: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 de octubre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17:00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E9FF259-6900-CA4A-3FFE-1CFC3152F7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78841"/>
            <a:ext cx="9144000" cy="3328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5F79F28-FD69-DF0B-7652-19CFEE6764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04163"/>
            <a:ext cx="9144000" cy="2478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Temas Gobierno del estado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D4CD6090-054A-9D1B-5E4C-48D8999AD9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4EE0F01-2912-9CA8-D2ED-1003F636A6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685800"/>
            <a:ext cx="7943850" cy="3914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12FAD-8150-975D-B340-581EE5AD6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4E35E9CF-D3A3-984C-277B-3908EEF91C46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46A5C88-717B-BDE1-5397-2F2B057755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687" y="1004888"/>
            <a:ext cx="8048625" cy="327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0140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38F31E5-BDE1-0A2E-4BC0-16349289FC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93836"/>
            <a:ext cx="9144000" cy="3498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en primeras planas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FE302984-849A-C780-39AD-99C1ED41B0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4107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9DDF394D-463B-E9C4-7DE3-46C10B0F00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3FC3853-2ED0-957F-2B45-61E30D0B07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3862" y="1471613"/>
            <a:ext cx="3143250" cy="2343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E255ACA1-9271-F0A7-3CCA-894F4BA051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62614"/>
            <a:ext cx="9144000" cy="3418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02E4074-957C-C3B5-4500-007CF598F5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86271"/>
            <a:ext cx="9144000" cy="2713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DCE8016-2717-7624-D54D-4DD01F5864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1595"/>
            <a:ext cx="9144000" cy="3563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28405A6-6663-981B-6621-84986BD5E42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gobernador en radiodifusoras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447C9E1-9991-B26D-6B27-ED0D5D0063DD}"/>
              </a:ext>
            </a:extLst>
          </p:cNvPr>
          <p:cNvSpPr txBox="1"/>
          <p:nvPr/>
        </p:nvSpPr>
        <p:spPr>
          <a:xfrm>
            <a:off x="2037600" y="2320022"/>
            <a:ext cx="5184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No se registró información del gobernador en radiodifusoras</a:t>
            </a:r>
          </a:p>
        </p:txBody>
      </p:sp>
    </p:spTree>
    <p:extLst>
      <p:ext uri="{BB962C8B-B14F-4D97-AF65-F5344CB8AC3E}">
        <p14:creationId xmlns:p14="http://schemas.microsoft.com/office/powerpoint/2010/main" val="21700249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51EFAE0-83FC-1202-2502-D7A9E38C8C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2938"/>
            <a:ext cx="91440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FF6A8-5146-E5F2-074F-084FCC97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250946C-99D0-0E60-607A-48C02ED03621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Comentarios emitidos por radioescuchas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7679B8D-9E3E-3401-87C3-9019DF80EA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6166" y="923925"/>
            <a:ext cx="5200650" cy="3438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737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4957</TotalTime>
  <Words>92</Words>
  <Application>Microsoft Office PowerPoint</Application>
  <PresentationFormat>Presentación en pantalla (16:9)</PresentationFormat>
  <Paragraphs>21</Paragraphs>
  <Slides>17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1" baseType="lpstr">
      <vt:lpstr>Montserrat</vt:lpstr>
      <vt:lpstr>Arial</vt:lpstr>
      <vt:lpstr>Montserrat Black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537</cp:revision>
  <dcterms:modified xsi:type="dcterms:W3CDTF">2026-10-15T16:19:54Z</dcterms:modified>
</cp:coreProperties>
</file>