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414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FF242-FBA1-05E2-B0BD-B879482E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757BD97-1F6B-5DAA-DBAF-695B6818C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56E206-792C-C9D0-1071-A1C7D33EB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18263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15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9FF259-6900-CA4A-3FFE-1CFC3152F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8841"/>
            <a:ext cx="9144000" cy="332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F79F28-FD69-DF0B-7652-19CFEE676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4163"/>
            <a:ext cx="9144000" cy="247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4CD6090-054A-9D1B-5E4C-48D8999AD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EE0F01-2912-9CA8-D2ED-1003F636A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685800"/>
            <a:ext cx="794385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12FAD-8150-975D-B340-581EE5AD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E35E9CF-D3A3-984C-277B-3908EEF91C46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6A5C88-717B-BDE1-5397-2F2B05775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" y="1004888"/>
            <a:ext cx="804862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14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8F31E5-BDE1-0A2E-4BC0-16349289F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836"/>
            <a:ext cx="9144000" cy="349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E302984-849A-C780-39AD-99C1ED41B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DDF394D-463B-E9C4-7DE3-46C10B0F0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FC3853-2ED0-957F-2B45-61E30D0B0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862" y="1471613"/>
            <a:ext cx="31432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3B4F5C-870E-2F21-DD12-90CC9172C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4903"/>
            <a:ext cx="9144000" cy="343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8DCF2D-7F48-DE67-35AD-430C1F06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448"/>
            <a:ext cx="9144000" cy="26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0446AA-9915-08BC-AE6A-B79288522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278"/>
            <a:ext cx="9144000" cy="345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5BA629-A102-5996-1AFD-90269D6A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692269"/>
            <a:ext cx="9144000" cy="390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E4BC94-E4F5-6516-4FFA-8D9F2DCA3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8" y="331080"/>
            <a:ext cx="8985600" cy="46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4963</TotalTime>
  <Words>79</Words>
  <Application>Microsoft Office PowerPoint</Application>
  <PresentationFormat>Presentación en pantalla (16:9)</PresentationFormat>
  <Paragraphs>19</Paragraphs>
  <Slides>16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538</cp:revision>
  <dcterms:modified xsi:type="dcterms:W3CDTF">2026-10-15T23:33:25Z</dcterms:modified>
</cp:coreProperties>
</file>