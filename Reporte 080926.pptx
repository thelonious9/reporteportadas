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08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A5F99F-10E1-E457-271A-CD04285E2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1542"/>
            <a:ext cx="9144000" cy="332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133AD68-10D3-09CD-E8BE-700C40089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3220"/>
            <a:ext cx="9144000" cy="245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D0DEB83-B926-3783-96E0-104FA564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0E07B7-1515-4299-6E2A-1E340AAC7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57" y="1552423"/>
            <a:ext cx="7954485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DCAABD-C73E-EFA2-CA02-06FF4E152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157"/>
            <a:ext cx="9144000" cy="329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FB2286-7ABC-E5AA-2BC5-1DED09479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28285B-5823-7EA1-0BDF-9347F67AB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0CFA87-5195-6A04-B46C-1B1017F4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7864"/>
            <a:ext cx="9144000" cy="263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D11988-86B0-511B-9685-F2652DB37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4238"/>
            <a:ext cx="9144000" cy="343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32D002-D1D5-96A2-C487-F58D4B9CE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9914"/>
            <a:ext cx="9144000" cy="264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F8431E-C446-FD74-7BD9-A4C722895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3526"/>
            <a:ext cx="9144000" cy="329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2AD372-C02B-0009-2F71-7E8EB65A0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6145"/>
            <a:ext cx="9144000" cy="273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99FDEB-BBC8-A9D7-46A8-0F455466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03643"/>
            <a:ext cx="9144000" cy="407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991E72-618E-4D18-C0A7-041215415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601"/>
            <a:ext cx="9144000" cy="309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4794</TotalTime>
  <Words>77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493</cp:revision>
  <dcterms:modified xsi:type="dcterms:W3CDTF">2026-09-08T23:17:57Z</dcterms:modified>
</cp:coreProperties>
</file>