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17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1E5218-4C88-5166-A6DA-1F7DB55B2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1074"/>
            <a:ext cx="9144000" cy="368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686BAF-D854-12F5-3423-F91BED99E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9916"/>
            <a:ext cx="9144000" cy="276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80A24F4-8319-31C1-9E42-85A349DFC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281314A-922B-0F02-F307-97CB60244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73" y="809369"/>
            <a:ext cx="7906853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05E68A-0792-9BE9-FEC7-2BA510264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449"/>
            <a:ext cx="9144000" cy="367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AF664CD-04C9-3B74-FEC6-18A0031AF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954107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9386666-660F-D4AA-A4ED-21B12ADAD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897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70DBEE-2E88-528C-5443-A431F94F3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84" y="1071343"/>
            <a:ext cx="7935432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574F9F-0B75-DE98-0F3C-A4CED3596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0099"/>
            <a:ext cx="9144000" cy="38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4AD98C6-6CC5-57C5-C7A7-09FC9CD1E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7803"/>
            <a:ext cx="9144000" cy="293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6681D79-09B4-E9CD-EE6E-D6A208DCB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347"/>
            <a:ext cx="9144000" cy="410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9D8BE8-2BE6-7B45-F7D2-A486E1134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3342"/>
            <a:ext cx="9144000" cy="289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632E27A-EE83-7EFB-AC8C-3E7443270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5183"/>
            <a:ext cx="9144000" cy="21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B566944-67F3-B2A9-13BA-A9D527E8CD3A}"/>
              </a:ext>
            </a:extLst>
          </p:cNvPr>
          <p:cNvSpPr txBox="1"/>
          <p:nvPr/>
        </p:nvSpPr>
        <p:spPr>
          <a:xfrm>
            <a:off x="316800" y="2166134"/>
            <a:ext cx="823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anose="00000500000000000000" pitchFamily="2" charset="0"/>
              </a:rPr>
              <a:t>Hoy no se registraron llamadas de radioescuchas</a:t>
            </a:r>
          </a:p>
        </p:txBody>
      </p:sp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4817</TotalTime>
  <Words>84</Words>
  <Application>Microsoft Office PowerPoint</Application>
  <PresentationFormat>Presentación en pantalla (16:9)</PresentationFormat>
  <Paragraphs>20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501</cp:revision>
  <dcterms:modified xsi:type="dcterms:W3CDTF">2026-09-17T22:49:16Z</dcterms:modified>
</cp:coreProperties>
</file>