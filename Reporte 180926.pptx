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18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449540E-E074-11F8-C56F-936DCB230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1723"/>
            <a:ext cx="9144000" cy="3699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919FA7D-DAE5-B06E-6F34-5C7355B2E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3820"/>
            <a:ext cx="9144000" cy="2738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675C3F4-ED39-D5A6-7852-0BC78C351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758700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683098A-63FF-5A61-0CF8-71C1B57FB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7299" y="1171370"/>
            <a:ext cx="4296375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3B4BC12-D40F-4529-8B67-2F0B4FEE2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8602"/>
            <a:ext cx="9144000" cy="3709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39AF3B3-D563-B2FB-3DA2-2714880D1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780300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C609EF9-FEEF-9DB7-17B3-3DD63615E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E0CD1EF-70D2-189E-A362-A8B9FA225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63" y="1404765"/>
            <a:ext cx="7878274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8534F0E-5454-64A9-20DB-4C196A27C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6888"/>
            <a:ext cx="9144000" cy="383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0337745-77D5-BB5D-C96E-337A176E0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4208"/>
            <a:ext cx="9144000" cy="289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21D92DE-5F89-78E8-8797-F62C130DC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7477"/>
            <a:ext cx="9144000" cy="4351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5FDE4C4-2047-644B-5AEA-8BF8EEDE0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85671"/>
            <a:ext cx="9144000" cy="291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BE9C89C-F34E-37E0-775B-92D7D9250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6646"/>
            <a:ext cx="9144000" cy="4393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97B1E1-4525-4458-3E47-D2B0FA499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6101"/>
            <a:ext cx="9144000" cy="359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4822</TotalTime>
  <Words>77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Montserrat Black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502</cp:revision>
  <dcterms:modified xsi:type="dcterms:W3CDTF">2026-09-18T23:01:58Z</dcterms:modified>
</cp:coreProperties>
</file>