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1" r:id="rId13"/>
    <p:sldId id="412" r:id="rId14"/>
    <p:sldId id="371" r:id="rId15"/>
    <p:sldId id="410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8F9FA"/>
    <a:srgbClr val="F4F6F8"/>
    <a:srgbClr val="691B31"/>
    <a:srgbClr val="3A3A3A"/>
    <a:srgbClr val="D8AB72"/>
    <a:srgbClr val="B28D5E"/>
    <a:srgbClr val="DBC6A0"/>
    <a:srgbClr val="F6E3C5"/>
    <a:srgbClr val="BC9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10</a:t>
            </a:r>
            <a:r>
              <a:rPr lang="es-MX" sz="1600" dirty="0">
                <a:solidFill>
                  <a:srgbClr val="D8AB72"/>
                </a:solidFill>
              </a:rPr>
              <a:t> de agosto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AA75AB5-5A11-7CC9-3E77-2D14A2F9D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6810"/>
            <a:ext cx="9144000" cy="3369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D0AB8F4-6754-19BD-6FE0-709D7BE2BB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98079"/>
            <a:ext cx="9144000" cy="2490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1A0B364-7E5E-6D12-BAEC-83D90DAB1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809752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C4ACB23-A818-78D6-86A2-27EE0212CF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168" y="1047528"/>
            <a:ext cx="5658640" cy="319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504CBAE-5D72-9857-0936-2EAC4E040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512" y="934859"/>
            <a:ext cx="9144000" cy="3416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7D0D830-86D6-2304-56CC-52FA51E9A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0EB8458-A9B0-02FB-0903-0E6313F2B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B02C1CD-D0B7-BC15-8990-E7AA30321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876" y="828422"/>
            <a:ext cx="8221222" cy="362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F0796C1-DEEF-958C-3269-7AF854847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4844"/>
            <a:ext cx="9144000" cy="353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2164228-F9F1-9A05-51F3-D40488D82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512" y="1293118"/>
            <a:ext cx="9144000" cy="2700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859942C-459D-5A61-E43E-D1DF7A82E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25" y="715156"/>
            <a:ext cx="9144000" cy="385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6087D51-3A55-7E5C-63A5-1FBA3EB26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2349"/>
            <a:ext cx="9144000" cy="2741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D569025-D7FB-5240-D99A-38964A4C2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409"/>
            <a:ext cx="9144000" cy="3924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F2AF5B-2834-1C0B-9725-5773781D8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E338F291-9C8E-D1F6-530E-8861F8F8369D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8C750BB-CE2C-D1C2-702A-52CD0029C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587886"/>
            <a:ext cx="9144000" cy="2110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518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4482</TotalTime>
  <Words>75</Words>
  <Application>Microsoft Office PowerPoint</Application>
  <PresentationFormat>Presentación en pantalla (16:9)</PresentationFormat>
  <Paragraphs>19</Paragraphs>
  <Slides>16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Montserrat Black</vt:lpstr>
      <vt:lpstr>Arial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462</cp:revision>
  <dcterms:modified xsi:type="dcterms:W3CDTF">2026-08-11T01:13:44Z</dcterms:modified>
</cp:coreProperties>
</file>