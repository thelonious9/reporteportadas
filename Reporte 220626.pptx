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2" r:id="rId1"/>
  </p:sldMasterIdLst>
  <p:notesMasterIdLst>
    <p:notesMasterId r:id="rId19"/>
  </p:notesMasterIdLst>
  <p:sldIdLst>
    <p:sldId id="350" r:id="rId2"/>
    <p:sldId id="352" r:id="rId3"/>
    <p:sldId id="393" r:id="rId4"/>
    <p:sldId id="399" r:id="rId5"/>
    <p:sldId id="378" r:id="rId6"/>
    <p:sldId id="394" r:id="rId7"/>
    <p:sldId id="395" r:id="rId8"/>
    <p:sldId id="396" r:id="rId9"/>
    <p:sldId id="403" r:id="rId10"/>
    <p:sldId id="388" r:id="rId11"/>
    <p:sldId id="351" r:id="rId12"/>
    <p:sldId id="369" r:id="rId13"/>
    <p:sldId id="361" r:id="rId14"/>
    <p:sldId id="371" r:id="rId15"/>
    <p:sldId id="401" r:id="rId16"/>
    <p:sldId id="400" r:id="rId17"/>
    <p:sldId id="280" r:id="rId18"/>
  </p:sldIdLst>
  <p:sldSz cx="9144000" cy="5143500" type="screen16x9"/>
  <p:notesSz cx="6858000" cy="9144000"/>
  <p:embeddedFontLst>
    <p:embeddedFont>
      <p:font typeface="Montserrat" panose="00000500000000000000" pitchFamily="2" charset="0"/>
      <p:regular r:id="rId20"/>
      <p:bold r:id="rId21"/>
      <p:italic r:id="rId22"/>
      <p:boldItalic r:id="rId23"/>
    </p:embeddedFont>
    <p:embeddedFont>
      <p:font typeface="Montserrat Black" panose="00000A00000000000000" pitchFamily="2" charset="0"/>
      <p:bold r:id="rId24"/>
      <p:italic r:id="rId25"/>
      <p:boldItalic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65" userDrawn="1">
          <p15:clr>
            <a:srgbClr val="A4A3A4"/>
          </p15:clr>
        </p15:guide>
        <p15:guide id="2" pos="2857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AD30198-60FD-D96C-7EFF-04ABEB9B0931}" name="Usuario invitado" initials="Ui" userId="Usuario invitado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F9FA"/>
    <a:srgbClr val="F4F6F8"/>
    <a:srgbClr val="691B31"/>
    <a:srgbClr val="3A3A3A"/>
    <a:srgbClr val="D8AB72"/>
    <a:srgbClr val="B28D5E"/>
    <a:srgbClr val="DBC6A0"/>
    <a:srgbClr val="F6E3C5"/>
    <a:srgbClr val="BC955B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682E8D-AFAE-4055-8BED-796683ABB225}">
  <a:tblStyle styleId="{31682E8D-AFAE-4055-8BED-796683ABB22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3" autoAdjust="0"/>
  </p:normalViewPr>
  <p:slideViewPr>
    <p:cSldViewPr snapToGrid="0">
      <p:cViewPr varScale="1">
        <p:scale>
          <a:sx n="133" d="100"/>
          <a:sy n="133" d="100"/>
        </p:scale>
        <p:origin x="906" y="120"/>
      </p:cViewPr>
      <p:guideLst>
        <p:guide orient="horz" pos="1665"/>
        <p:guide pos="2857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31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221647252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5633582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5D8FB4-E321-0E01-8262-6CF75FF3CB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992D699-CFB9-7D9E-96EA-B379B7F5A6E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6055D00D-F622-9591-B42F-DD768852A2C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466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49345-865A-0DA3-76DB-D96B92B9CC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0FA5609B-DEE3-43D0-62AD-1D7731C038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2E0C674-5D05-F1AA-1E23-CB69872B219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994495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85449913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7567EE-3B4E-8C48-2AAD-0C70B0A7F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8F77A78B-931E-E4C0-06DD-65C39828E99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045FACC4-33AE-75CC-0129-66D11BC3A3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003483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25F0AE0-550E-E139-0EAA-601DDCDE3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14864f70b6d_0_51:notes">
            <a:extLst>
              <a:ext uri="{FF2B5EF4-FFF2-40B4-BE49-F238E27FC236}">
                <a16:creationId xmlns:a16="http://schemas.microsoft.com/office/drawing/2014/main" id="{CC41C0BC-CB49-17D9-FE89-62E8BEDFE01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14864f70b6d_0_51:notes">
            <a:extLst>
              <a:ext uri="{FF2B5EF4-FFF2-40B4-BE49-F238E27FC236}">
                <a16:creationId xmlns:a16="http://schemas.microsoft.com/office/drawing/2014/main" id="{0F552A97-0F1D-AD78-E939-C9840F5EB6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631123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oogle Shape;1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1264"/>
            <a:ext cx="9143999" cy="5142236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647" cy="393801"/>
          </a:xfrm>
          <a:prstGeom prst="rect">
            <a:avLst/>
          </a:prstGeom>
        </p:spPr>
        <p:txBody>
          <a:bodyPr spcFirstLastPara="1" wrap="square" lIns="159150" tIns="159150" rIns="159150" bIns="159150" anchor="t" anchorCtr="0">
            <a:normAutofit/>
          </a:bodyPr>
          <a:lstStyle>
            <a:lvl1pPr lvl="0">
              <a:buNone/>
              <a:defRPr sz="1074"/>
            </a:lvl1pPr>
            <a:lvl2pPr lvl="1">
              <a:buNone/>
              <a:defRPr sz="1074"/>
            </a:lvl2pPr>
            <a:lvl3pPr lvl="2">
              <a:buNone/>
              <a:defRPr sz="1074"/>
            </a:lvl3pPr>
            <a:lvl4pPr lvl="3">
              <a:buNone/>
              <a:defRPr sz="1074"/>
            </a:lvl4pPr>
            <a:lvl5pPr lvl="4">
              <a:buNone/>
              <a:defRPr sz="1074"/>
            </a:lvl5pPr>
            <a:lvl6pPr lvl="5">
              <a:buNone/>
              <a:defRPr sz="1074"/>
            </a:lvl6pPr>
            <a:lvl7pPr lvl="6">
              <a:buNone/>
              <a:defRPr sz="1074"/>
            </a:lvl7pPr>
            <a:lvl8pPr lvl="7">
              <a:buNone/>
              <a:defRPr sz="1074"/>
            </a:lvl8pPr>
            <a:lvl9pPr lvl="8">
              <a:buNone/>
              <a:defRPr sz="1074"/>
            </a:lvl9pPr>
          </a:lstStyle>
          <a:p>
            <a:fld id="{00000000-1234-1234-1234-123412341234}" type="slidenum">
              <a:rPr lang="es-419" smtClean="0"/>
              <a:pPr/>
              <a:t>‹Nº›</a:t>
            </a:fld>
            <a:endParaRPr lang="es-419"/>
          </a:p>
        </p:txBody>
      </p:sp>
    </p:spTree>
    <p:extLst>
      <p:ext uri="{BB962C8B-B14F-4D97-AF65-F5344CB8AC3E}">
        <p14:creationId xmlns:p14="http://schemas.microsoft.com/office/powerpoint/2010/main" val="14457691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73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número de diapositiva 1">
            <a:extLst>
              <a:ext uri="{FF2B5EF4-FFF2-40B4-BE49-F238E27FC236}">
                <a16:creationId xmlns:a16="http://schemas.microsoft.com/office/drawing/2014/main" id="{EB63C1ED-1A4B-E4D8-BBCB-DD9BCB7C36B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>
            <a:normAutofit fontScale="55000" lnSpcReduction="20000"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fld id="{00000000-1234-1234-1234-123412341234}" type="slidenum">
              <a:rPr kumimoji="0" lang="es-419" sz="1074" b="0" i="0" u="none" strike="noStrike" kern="0" cap="none" spc="0" normalizeH="0" baseline="0" noProof="0" smtClean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 typeface="Arial"/>
                <a:buNone/>
                <a:tabLst/>
                <a:defRPr/>
              </a:pPr>
              <a:t>1</a:t>
            </a:fld>
            <a:endParaRPr kumimoji="0" lang="es-419" sz="1074" b="0" i="0" u="none" strike="noStrike" kern="0" cap="none" spc="0" normalizeH="0" baseline="0" noProof="0" dirty="0">
              <a:ln>
                <a:noFill/>
              </a:ln>
              <a:solidFill>
                <a:srgbClr val="595959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Google Shape;101;p27">
            <a:extLst>
              <a:ext uri="{FF2B5EF4-FFF2-40B4-BE49-F238E27FC236}">
                <a16:creationId xmlns:a16="http://schemas.microsoft.com/office/drawing/2014/main" id="{18C1BF8B-A9D3-CA16-8B39-9E27229A586D}"/>
              </a:ext>
            </a:extLst>
          </p:cNvPr>
          <p:cNvSpPr txBox="1"/>
          <p:nvPr/>
        </p:nvSpPr>
        <p:spPr>
          <a:xfrm>
            <a:off x="542235" y="2200528"/>
            <a:ext cx="8059529" cy="6301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2400" b="0" i="0" u="none" strike="noStrike" kern="0" cap="none" spc="0" normalizeH="0" baseline="0" noProof="0" dirty="0">
                <a:ln>
                  <a:noFill/>
                </a:ln>
                <a:solidFill>
                  <a:srgbClr val="691B31"/>
                </a:solidFill>
                <a:effectLst/>
                <a:uLnTx/>
                <a:uFillTx/>
                <a:latin typeface="Montserrat Black"/>
                <a:ea typeface="Montserrat Black"/>
                <a:cs typeface="Montserrat Black"/>
                <a:sym typeface="Montserrat Black"/>
              </a:rPr>
              <a:t>Reporte impresos,  radio y tv local. </a:t>
            </a:r>
          </a:p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400" b="1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Gobernador, secretarías y dependencias</a:t>
            </a:r>
            <a:endParaRPr kumimoji="0" lang="es-MX" sz="2000" b="1" i="0" u="none" strike="noStrike" kern="0" cap="none" spc="0" normalizeH="0" baseline="0" noProof="0" dirty="0">
              <a:ln>
                <a:noFill/>
              </a:ln>
              <a:solidFill>
                <a:srgbClr val="D8AB72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8F99902-E806-65F7-B1B2-5BFEE3D764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9408" y="598169"/>
            <a:ext cx="2724918" cy="1203962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3A420959-05AA-86D7-CF62-D891272906E0}"/>
              </a:ext>
            </a:extLst>
          </p:cNvPr>
          <p:cNvSpPr txBox="1"/>
          <p:nvPr/>
        </p:nvSpPr>
        <p:spPr>
          <a:xfrm>
            <a:off x="4171949" y="3865402"/>
            <a:ext cx="4384835" cy="5470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51425" tIns="51425" rIns="51425" bIns="5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0" indent="0" algn="ctr">
              <a:lnSpc>
                <a:spcPct val="90000"/>
              </a:lnSpc>
              <a:buNone/>
              <a:defRPr sz="3800">
                <a:solidFill>
                  <a:srgbClr val="691B31"/>
                </a:solidFill>
                <a:latin typeface="Montserrat Black"/>
                <a:ea typeface="Montserrat Black"/>
                <a:cs typeface="Montserrat Black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Elaborado: </a:t>
            </a:r>
            <a:r>
              <a:rPr lang="es-MX" sz="1600" dirty="0">
                <a:solidFill>
                  <a:srgbClr val="D8AB72"/>
                </a:solidFill>
              </a:rPr>
              <a:t>22 de junio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s-MX" sz="1600" b="0" i="0" u="none" strike="noStrike" kern="0" cap="none" spc="0" normalizeH="0" baseline="0" noProof="0" dirty="0">
                <a:ln>
                  <a:noFill/>
                </a:ln>
                <a:solidFill>
                  <a:srgbClr val="D8AB72"/>
                </a:solidFill>
                <a:effectLst/>
                <a:uLnTx/>
                <a:uFillTx/>
                <a:latin typeface="Montserrat Black"/>
                <a:sym typeface="Arial"/>
              </a:rPr>
              <a:t>16:00</a:t>
            </a:r>
          </a:p>
        </p:txBody>
      </p:sp>
    </p:spTree>
    <p:extLst>
      <p:ext uri="{BB962C8B-B14F-4D97-AF65-F5344CB8AC3E}">
        <p14:creationId xmlns:p14="http://schemas.microsoft.com/office/powerpoint/2010/main" val="9714621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733E49C1-1D8F-00BE-B848-54AEEE194337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DCF1897-CCBD-1A67-E92F-94390AB615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52177"/>
            <a:ext cx="9144000" cy="3782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673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A115B23-9219-C74D-1B93-EB466FF5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5272FFEB-F79A-B289-E2B0-F9E2F92695D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F6164B5-BE02-CA5B-1A51-5FA78EC4A9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89459"/>
            <a:ext cx="9144000" cy="276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7915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9802CF3-B90A-0EB5-9801-0ED2916EC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CuadroTexto 13">
            <a:extLst>
              <a:ext uri="{FF2B5EF4-FFF2-40B4-BE49-F238E27FC236}">
                <a16:creationId xmlns:a16="http://schemas.microsoft.com/office/drawing/2014/main" id="{426AD94F-EE82-EF95-255F-C7BB0EE7D2C8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Gobierno del estado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CE996B78-4D65-27C8-2D54-2B1EB025C1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1453" y="619088"/>
            <a:ext cx="7548070" cy="43057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15773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DFC28BF4-D482-2861-AE41-CFF0342FFB9A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CB4374A-EBAA-EA12-559B-542DEC9F46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18499"/>
            <a:ext cx="9144000" cy="2706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38450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BF384B7-8BD8-1B37-5F51-FD46B11FD0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5D745B17-E8D1-051C-B27F-A3B591D8F7FD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529870E3-7123-B182-028C-08FB09977D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33240"/>
            <a:ext cx="9144000" cy="3819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77083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8383A7D-6E95-7FBD-ECB9-6F21EFAB59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EF6B6CD5-AF4A-39E2-B949-E9735271D8E0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medios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9812712-2137-E508-6821-E696A88408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3385" y="691088"/>
            <a:ext cx="6844205" cy="3904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0977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6F8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3569AC2-17AA-6728-4169-8404B64646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uadroTexto 7">
            <a:extLst>
              <a:ext uri="{FF2B5EF4-FFF2-40B4-BE49-F238E27FC236}">
                <a16:creationId xmlns:a16="http://schemas.microsoft.com/office/drawing/2014/main" id="{FC488274-DEF2-00AA-CBB0-3ADE1D32DCEB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1828800" y="0"/>
            <a:ext cx="5486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2800" b="1" dirty="0">
                <a:latin typeface="Montserrat" pitchFamily="2" charset="0"/>
              </a:rPr>
              <a:t>Gobernador temas</a:t>
            </a: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729F8BCB-E9BE-B742-7363-7C9B9F6A9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9411" y="443532"/>
            <a:ext cx="7712154" cy="439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6239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6DC8C-E619-F67B-9048-4615CF1988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uadroTexto 6">
            <a:extLst>
              <a:ext uri="{FF2B5EF4-FFF2-40B4-BE49-F238E27FC236}">
                <a16:creationId xmlns:a16="http://schemas.microsoft.com/office/drawing/2014/main" id="{C46A5360-EC76-283F-42C4-C3D1585636DD}"/>
              </a:ext>
            </a:extLst>
          </p:cNvPr>
          <p:cNvSpPr txBox="1"/>
          <p:nvPr/>
        </p:nvSpPr>
        <p:spPr>
          <a:xfrm>
            <a:off x="908175" y="152426"/>
            <a:ext cx="72546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s-MX" sz="1800" b="1" i="0" dirty="0">
                <a:solidFill>
                  <a:srgbClr val="000000"/>
                </a:solidFill>
                <a:effectLst/>
                <a:latin typeface="Montserrat" pitchFamily="2" charset="0"/>
              </a:rPr>
              <a:t>Detalle de Notas en primeras planas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125CB8E-28BB-EF0D-EF4F-4FF4F9A03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336" y="1461923"/>
            <a:ext cx="7897327" cy="2362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28591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3AB59246-6522-404E-9FEB-F1E85E07D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AE07F171-51E8-E8F4-27C7-0CA3B7A8A997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26E7E212-B9A3-A3E2-696D-E55424882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6725" y="673633"/>
            <a:ext cx="9144000" cy="3939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5811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1430F0AF-D0FD-1C68-F7C4-D9E93764E31F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6C795D8-48B2-C900-4066-9E4A0CDA58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8191"/>
            <a:ext cx="9144000" cy="288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02692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953E20-D2E3-C7B6-3681-7F75E49F37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2D220DED-6E95-D0AE-57E3-7DFB60F03ADD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2EE9499C-5200-B517-76DB-C1B5616930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983646"/>
            <a:ext cx="9144000" cy="33190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919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270743E-55A0-8447-939B-33D92F1087F2}"/>
              </a:ext>
            </a:extLst>
          </p:cNvPr>
          <p:cNvSpPr txBox="1"/>
          <p:nvPr/>
        </p:nvSpPr>
        <p:spPr>
          <a:xfrm>
            <a:off x="1183340" y="0"/>
            <a:ext cx="67638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sz="1800" b="1" dirty="0">
                <a:latin typeface="Montserrat" panose="00000500000000000000" pitchFamily="2" charset="0"/>
              </a:rPr>
              <a:t>Información de gobierno en radiodifusoras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6219BF6-CFF2-6677-3456-8C60A816C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6594"/>
            <a:ext cx="9144000" cy="3133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72284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CE4F37E4-6BA2-F83F-177F-21C522FF978A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8DF6B71F-EAF5-E51C-C9CA-39B6CE230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33204"/>
            <a:ext cx="9144000" cy="4321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29462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581CC-3E44-E007-5391-2FF11DE953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A07908B9-0429-B1EE-CD49-5627DDA54DD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Temas de gobierno por radiodifusora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828D105-D408-4135-3EBE-306100300E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5590"/>
            <a:ext cx="9144000" cy="37351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224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A7C59986-F48B-C2F8-8717-714125E0D234}"/>
              </a:ext>
            </a:extLst>
          </p:cNvPr>
          <p:cNvSpPr txBox="1"/>
          <p:nvPr/>
        </p:nvSpPr>
        <p:spPr>
          <a:xfrm>
            <a:off x="1926166" y="88135"/>
            <a:ext cx="529166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MX" b="1" dirty="0">
                <a:latin typeface="Montserrat" pitchFamily="2" charset="0"/>
              </a:rPr>
              <a:t>Opinión emitida por radioescuchas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82E2C46C-5B03-FF77-2B40-B76E7D68A3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3601" y="433089"/>
            <a:ext cx="5896798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48208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>
            <a:extLst>
              <a:ext uri="{FF2B5EF4-FFF2-40B4-BE49-F238E27FC236}">
                <a16:creationId xmlns:a16="http://schemas.microsoft.com/office/drawing/2014/main" id="{9BA4FDF3-73D0-20C6-94F5-7E9F2481C0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1106" y="1453514"/>
            <a:ext cx="5061788" cy="2236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7362456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4153</TotalTime>
  <Words>80</Words>
  <Application>Microsoft Office PowerPoint</Application>
  <PresentationFormat>Presentación en pantalla (16:9)</PresentationFormat>
  <Paragraphs>20</Paragraphs>
  <Slides>17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17</vt:i4>
      </vt:variant>
    </vt:vector>
  </HeadingPairs>
  <TitlesOfParts>
    <vt:vector size="21" baseType="lpstr">
      <vt:lpstr>Arial</vt:lpstr>
      <vt:lpstr>Montserrat Black</vt:lpstr>
      <vt:lpstr>Montserrat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Francisco Villeda</dc:creator>
  <cp:lastModifiedBy>Francisco Villeda Velazquez</cp:lastModifiedBy>
  <cp:revision>404</cp:revision>
  <dcterms:modified xsi:type="dcterms:W3CDTF">2026-06-22T15:27:54Z</dcterms:modified>
</cp:coreProperties>
</file>