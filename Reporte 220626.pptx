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52" r:id="rId3"/>
    <p:sldId id="393" r:id="rId4"/>
    <p:sldId id="399" r:id="rId5"/>
    <p:sldId id="378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54499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22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DCF1897-CCBD-1A67-E92F-94390AB61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177"/>
            <a:ext cx="9144000" cy="3782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F6164B5-BE02-CA5B-1A51-5FA78EC4A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9459"/>
            <a:ext cx="9144000" cy="276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E996B78-4D65-27C8-2D54-2B1EB025C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53" y="619088"/>
            <a:ext cx="7548070" cy="430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CB4374A-EBAA-EA12-559B-542DEC9F4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8499"/>
            <a:ext cx="9144000" cy="270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29870E3-7123-B182-028C-08FB09977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3240"/>
            <a:ext cx="9144000" cy="3819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9812712-2137-E508-6821-E696A88408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29F8BCB-E9BE-B742-7363-7C9B9F6A9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11" y="443532"/>
            <a:ext cx="7712154" cy="439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125CB8E-28BB-EF0D-EF4F-4FF4F9A03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36" y="1461923"/>
            <a:ext cx="7897327" cy="2362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6EF7AD8-DC16-3E77-1CA3-00135DFD7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7539"/>
            <a:ext cx="9144000" cy="395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F72DA8-40D4-4DAE-37C3-9534D2C83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162368"/>
            <a:ext cx="9144000" cy="296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4EE023-EF9D-57AA-4F84-E2D0E8D1B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2977"/>
            <a:ext cx="9144000" cy="4320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1959E18-E124-11EF-419B-87C06A332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093745"/>
            <a:ext cx="9144000" cy="3098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7877CF1-820F-5D54-5863-C9190864E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1547"/>
            <a:ext cx="9144000" cy="438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B71AB38-F620-46FD-7ADA-1924918FD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901651"/>
            <a:ext cx="9144000" cy="348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4157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405</cp:revision>
  <dcterms:modified xsi:type="dcterms:W3CDTF">2026-06-22T23:33:26Z</dcterms:modified>
</cp:coreProperties>
</file>