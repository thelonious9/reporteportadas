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4"/>
  </p:notesMasterIdLst>
  <p:sldIdLst>
    <p:sldId id="350" r:id="rId2"/>
    <p:sldId id="365" r:id="rId3"/>
    <p:sldId id="352" r:id="rId4"/>
    <p:sldId id="378" r:id="rId5"/>
    <p:sldId id="281" r:id="rId6"/>
    <p:sldId id="351" r:id="rId7"/>
    <p:sldId id="369" r:id="rId8"/>
    <p:sldId id="361" r:id="rId9"/>
    <p:sldId id="371" r:id="rId10"/>
    <p:sldId id="385" r:id="rId11"/>
    <p:sldId id="384" r:id="rId12"/>
    <p:sldId id="280" r:id="rId13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5"/>
      <p:bold r:id="rId16"/>
      <p:italic r:id="rId17"/>
      <p:boldItalic r:id="rId18"/>
    </p:embeddedFont>
    <p:embeddedFont>
      <p:font typeface="Montserrat Black" panose="00000A00000000000000" pitchFamily="2" charset="0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microsoft.com/office/2018/10/relationships/authors" Target="author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481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582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04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4E0179E-B9BF-A198-7A21-F061D6F4B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4488"/>
            <a:ext cx="9144000" cy="381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375CE2-3A1F-B82D-E27D-B5E434549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3290"/>
            <a:ext cx="9144000" cy="2776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5E01F13-0D99-DECC-CA85-C1D46902F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36" y="1400011"/>
            <a:ext cx="7897327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3A896FC-8168-8E2C-E4F7-11A96AAB671C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08F14BC-110A-4ECB-3708-586E847993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1537"/>
            <a:ext cx="9144000" cy="3940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50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9AA73F8-AC23-F391-F817-70241E5B6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6013"/>
            <a:ext cx="9144000" cy="2931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4B363C5-E9C7-7CD0-6BE4-B3C33475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98635"/>
            <a:ext cx="9144000" cy="334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F51B83B-2400-5F2C-7CAB-F4D791C6E4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2428"/>
            <a:ext cx="9144000" cy="3198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977A229-9CCD-3918-21D7-54A4E9C56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973"/>
            <a:ext cx="9144000" cy="2307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36BB3-46DA-8B56-0971-29B65222B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869627B9-9162-9623-9454-B30787C6ACEB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831E444-C556-36D6-075D-6203D6BF2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7534"/>
            <a:ext cx="9144000" cy="432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8286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E4DF46A-0230-CDE0-52BD-1E6C694E16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55395"/>
            <a:ext cx="9144000" cy="3032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3750</TotalTime>
  <Words>66</Words>
  <Application>Microsoft Office PowerPoint</Application>
  <PresentationFormat>Presentación en pantalla (16:9)</PresentationFormat>
  <Paragraphs>15</Paragraphs>
  <Slides>12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Montserrat Black</vt:lpstr>
      <vt:lpstr>Montserrat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355</cp:revision>
  <dcterms:modified xsi:type="dcterms:W3CDTF">2026-05-05T00:38:14Z</dcterms:modified>
</cp:coreProperties>
</file>