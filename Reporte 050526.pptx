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78" r:id="rId5"/>
    <p:sldId id="386" r:id="rId6"/>
    <p:sldId id="387" r:id="rId7"/>
    <p:sldId id="390" r:id="rId8"/>
    <p:sldId id="388" r:id="rId9"/>
    <p:sldId id="351" r:id="rId10"/>
    <p:sldId id="369" r:id="rId11"/>
    <p:sldId id="361" r:id="rId12"/>
    <p:sldId id="371" r:id="rId13"/>
    <p:sldId id="385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05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9C13F7-795F-4690-E4BB-275C86F9F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596"/>
            <a:ext cx="9144000" cy="380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7B00B8-4F68-46B6-1C70-E543A4B86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5302"/>
            <a:ext cx="9144000" cy="279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9A5F2B-3377-4D5A-0CDB-3084B9196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31" y="1138037"/>
            <a:ext cx="7973538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DFAE7C-804D-A2B2-F22B-DD39F7F7D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933"/>
            <a:ext cx="9144000" cy="323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CD801E9-65CE-E819-6640-CFEB7ADA7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207" y="1335544"/>
            <a:ext cx="4584695" cy="261528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72E8A86-EDB0-7420-10E8-2003FDC63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35544"/>
            <a:ext cx="4584695" cy="261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AA0DEF-2EA2-9F73-7AC1-C615551AE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63" y="1299985"/>
            <a:ext cx="7878274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783789-CB37-EFE9-7DDB-0AC65819E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005"/>
            <a:ext cx="9144000" cy="441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29F1A5-6347-EC71-E430-9F997C4C2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882"/>
            <a:ext cx="9144000" cy="326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287A0F-1269-CF01-7C44-AB652A1A7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685"/>
            <a:ext cx="9144000" cy="369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765799-A9AA-1BC6-A73F-AE9160F6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8469"/>
            <a:ext cx="9144000" cy="348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DF800E-FD67-AEE0-81C9-D571E174C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2553"/>
            <a:ext cx="9144000" cy="261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6BB3-46DA-8B56-0971-29B65222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69627B9-9162-9623-9454-B30787C6ACEB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2A7AB2-E621-BFEB-7BD2-2C23779A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218"/>
            <a:ext cx="9144000" cy="434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86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84E6CC-3E69-9920-235D-3A8E1F5D8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551"/>
            <a:ext cx="9144000" cy="449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3763</TotalTime>
  <Words>74</Words>
  <Application>Microsoft Office PowerPoint</Application>
  <PresentationFormat>Presentación en pantalla (16:9)</PresentationFormat>
  <Paragraphs>18</Paragraphs>
  <Slides>15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356</cp:revision>
  <dcterms:modified xsi:type="dcterms:W3CDTF">2026-05-06T00:30:07Z</dcterms:modified>
</cp:coreProperties>
</file>