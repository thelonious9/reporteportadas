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4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07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5504D8-A4D9-41A0-5182-2D9B32B61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0275"/>
            <a:ext cx="9144000" cy="37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E8DE1CD-0072-A2F7-15F8-ECFBE0E495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65120"/>
            <a:ext cx="9144000" cy="275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32E8E36-1F6E-2D95-ADDD-D83BCF617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A556F1-B34B-6A72-786D-7A0FC14F3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88" y="504825"/>
            <a:ext cx="7924800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92B2E04-4843-5295-D6BC-D26D78995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9540"/>
            <a:ext cx="9144000" cy="374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B8B5691-187D-CEFF-D838-650D57F01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902700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1956E04-5500-7105-24E5-96C21D610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FD788AC-BE90-CF68-A0D7-A437C0E54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795338"/>
            <a:ext cx="8010525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D8E37B5-B9EC-9879-0CC2-10FFAB20A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7026"/>
            <a:ext cx="9144000" cy="427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1077FBF-1B40-1710-2099-EBFC58BA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0844"/>
            <a:ext cx="9144000" cy="328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0831E63-1FA7-FE63-41D1-28CB7354B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1019"/>
            <a:ext cx="9144000" cy="3464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5C6D13A-79A1-EBA4-A1B6-5C8F7FAEE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8226"/>
            <a:ext cx="9144000" cy="336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EBB9478-F055-6151-F825-04298F9BD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3717"/>
            <a:ext cx="9144000" cy="447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945C0-F70E-13C6-898F-1A7B2C284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BE0C88-EC1D-CCB4-1CC7-50C27412A870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6696B9A-1A9E-864A-E939-0E4E1011E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9" y="933450"/>
            <a:ext cx="51435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700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BAE8A6-46A0-43EF-0C5D-666D7BB24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8962" y="728662"/>
            <a:ext cx="28860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4910</TotalTime>
  <Words>82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525</cp:revision>
  <dcterms:modified xsi:type="dcterms:W3CDTF">2026-10-07T16:07:30Z</dcterms:modified>
</cp:coreProperties>
</file>