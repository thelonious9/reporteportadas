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07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5504D8-A4D9-41A0-5182-2D9B32B6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0275"/>
            <a:ext cx="9144000" cy="37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8DE1CD-0072-A2F7-15F8-ECFBE0E49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5120"/>
            <a:ext cx="9144000" cy="27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2E8E36-1F6E-2D95-ADDD-D83BCF617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A556F1-B34B-6A72-786D-7A0FC14F3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8" y="504825"/>
            <a:ext cx="79248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2B2E04-4843-5295-D6BC-D26D7899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540"/>
            <a:ext cx="9144000" cy="374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8B5691-187D-CEFF-D838-650D57F0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9027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956E04-5500-7105-24E5-96C21D610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D788AC-BE90-CF68-A0D7-A437C0E54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795338"/>
            <a:ext cx="80105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FBA1CB-772D-062C-639F-6E4F26AA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501188"/>
            <a:ext cx="9144000" cy="42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F7C038-F150-8D45-9C76-9DF68A51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977856"/>
            <a:ext cx="9144000" cy="333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C26654-0903-0269-E83A-63766975C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9144000" cy="45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5607CF-B2CB-E7A6-19F9-B671185D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061"/>
            <a:ext cx="9144000" cy="336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D7B2C57-5B34-3A73-5F6E-EAB69600A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63009"/>
            <a:ext cx="9144000" cy="436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945C0-F70E-13C6-898F-1A7B2C284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2BE0C88-EC1D-CCB4-1CC7-50C27412A87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696B9A-1A9E-864A-E939-0E4E1011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9" y="933450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0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BF71B3-4443-7E20-E0BE-0D37B688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46758"/>
            <a:ext cx="9144000" cy="41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4912</TotalTime>
  <Words>82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526</cp:revision>
  <dcterms:modified xsi:type="dcterms:W3CDTF">2026-10-07T23:42:45Z</dcterms:modified>
</cp:coreProperties>
</file>