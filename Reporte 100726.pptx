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10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17BC04-3611-F76D-52BE-A99A9340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9437"/>
            <a:ext cx="9144000" cy="38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7A4903-0A59-F53F-77DD-FD85F8C26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925"/>
            <a:ext cx="9144000" cy="277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68C8CF-FB28-8B5A-260E-60FB7172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A314CC-FB18-676F-B07A-57C22077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3" y="521758"/>
            <a:ext cx="7897327" cy="211484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8EA1DEF-C13A-B018-826F-ADF3BE655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43188"/>
            <a:ext cx="9144000" cy="250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5E200A-6594-0185-03B1-E9D2A81EC142}"/>
              </a:ext>
            </a:extLst>
          </p:cNvPr>
          <p:cNvSpPr txBox="1"/>
          <p:nvPr/>
        </p:nvSpPr>
        <p:spPr>
          <a:xfrm>
            <a:off x="420688" y="216613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del gobernador en primeras plana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AE9149-4EA5-CB40-E444-B7C6E4085DD0}"/>
              </a:ext>
            </a:extLst>
          </p:cNvPr>
          <p:cNvSpPr txBox="1"/>
          <p:nvPr/>
        </p:nvSpPr>
        <p:spPr>
          <a:xfrm>
            <a:off x="420688" y="216613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del gobernador en primeras plana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ECD52F-2D7B-19A1-7A98-CA6984C4F58F}"/>
              </a:ext>
            </a:extLst>
          </p:cNvPr>
          <p:cNvSpPr txBox="1"/>
          <p:nvPr/>
        </p:nvSpPr>
        <p:spPr>
          <a:xfrm>
            <a:off x="420688" y="216613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del gobernador en primeras plana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4955B-D00C-27D3-A391-AA04746C8591}"/>
              </a:ext>
            </a:extLst>
          </p:cNvPr>
          <p:cNvSpPr txBox="1"/>
          <p:nvPr/>
        </p:nvSpPr>
        <p:spPr>
          <a:xfrm>
            <a:off x="420688" y="216613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del gobernador en primeras plana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8A3DFB-B304-A046-68F3-3E4306B7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095"/>
            <a:ext cx="9144000" cy="35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D5EEDF-190B-4EF4-CC30-2370FFAF6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713"/>
            <a:ext cx="9144000" cy="265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938218-E80D-85B0-FBA0-3436AE8B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910"/>
            <a:ext cx="9144000" cy="39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45526F-3E70-4354-8ECF-2EED6E77C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887"/>
            <a:ext cx="9144000" cy="26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A116B0-85A4-7FBD-51B8-7815F3477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235"/>
            <a:ext cx="9144000" cy="409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1094D6-2007-5E83-E022-5ED4FA0E1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521"/>
            <a:ext cx="9144000" cy="326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4290</TotalTime>
  <Words>111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427</cp:revision>
  <dcterms:modified xsi:type="dcterms:W3CDTF">2026-07-11T00:15:42Z</dcterms:modified>
</cp:coreProperties>
</file>