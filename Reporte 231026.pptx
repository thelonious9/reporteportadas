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415" r:id="rId7"/>
    <p:sldId id="394" r:id="rId8"/>
    <p:sldId id="395" r:id="rId9"/>
    <p:sldId id="396" r:id="rId10"/>
    <p:sldId id="403" r:id="rId11"/>
    <p:sldId id="388" r:id="rId12"/>
    <p:sldId id="351" r:id="rId13"/>
    <p:sldId id="361" r:id="rId14"/>
    <p:sldId id="412" r:id="rId15"/>
    <p:sldId id="414" r:id="rId16"/>
    <p:sldId id="413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43019-2625-40EE-6634-6B5FB7DE1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25FED04-BFB7-8FB2-3058-29A57D19E6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9AA7E0-B017-28AF-396B-DD9514FF0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55374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23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de octubre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17:00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C7229FE-881F-3D63-B7AC-9045618AE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97605"/>
            <a:ext cx="9144000" cy="3491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3D3F67A-D0D4-E3DD-2C37-2D0BFB1D8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01012"/>
            <a:ext cx="9144000" cy="248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Temas 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CE2CBD50-979A-2CBB-B714-A99C1C98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E950C1A-15A2-2925-1881-F33861CE9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938" y="1209675"/>
            <a:ext cx="8039100" cy="286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48F2-AC91-4618-4B1E-EDEA48E5B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6AF79308-FA69-6F6E-6CD1-F44045374C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D97271D-1390-203E-DAE0-5E43DA4A1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224" y="928688"/>
            <a:ext cx="80105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18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688F907-AA69-8D62-09B0-7B145F3E1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4372"/>
            <a:ext cx="9144000" cy="3437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62395B-2034-66C5-2B05-D715ECFF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4107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30EB3F-21DF-6F00-439A-36AB1C0CA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7B0FB47-D40E-F0C7-058D-24DB4FE61A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12" y="1309688"/>
            <a:ext cx="798195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FD83FDF-2F49-79E3-1F94-D15136BB30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5088"/>
            <a:ext cx="9144000" cy="3396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7D40533-55E1-9621-64A1-05343AEE3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6882"/>
            <a:ext cx="9144000" cy="260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7327E53-A3F0-2F75-6982-50D7DF50B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4318"/>
            <a:ext cx="9144000" cy="383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9ECFA43-6F43-9EC6-E276-B80E5F8B6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3239"/>
            <a:ext cx="9144000" cy="277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FECE25-AC21-A7D3-5461-977DF578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4E866DD6-383B-7387-A9D4-E1185B62D9D3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Impactos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82C56B5-6A8C-5787-6600-F83E20A1F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13973"/>
            <a:ext cx="9144000" cy="2115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556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Comentarios emitidos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C4A25B2-D926-9980-9F32-FF6F10346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736" y="317981"/>
            <a:ext cx="3021504" cy="482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5033</TotalTime>
  <Words>82</Words>
  <Application>Microsoft Office PowerPoint</Application>
  <PresentationFormat>Presentación en pantalla (16:9)</PresentationFormat>
  <Paragraphs>20</Paragraphs>
  <Slides>17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549</cp:revision>
  <dcterms:modified xsi:type="dcterms:W3CDTF">2026-10-23T22:28:35Z</dcterms:modified>
</cp:coreProperties>
</file>