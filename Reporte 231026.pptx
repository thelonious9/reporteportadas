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415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414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3019-2625-40EE-6634-6B5FB7DE1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5FED04-BFB7-8FB2-3058-29A57D19E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9AA7E0-B017-28AF-396B-DD9514FF0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5537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23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7229FE-881F-3D63-B7AC-9045618AE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7605"/>
            <a:ext cx="9144000" cy="349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D3F67A-D0D4-E3DD-2C37-2D0BFB1D8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1012"/>
            <a:ext cx="9144000" cy="248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E2CBD50-979A-2CBB-B714-A99C1C98E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950C1A-15A2-2925-1881-F33861CE9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1209675"/>
            <a:ext cx="803910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748F2-AC91-4618-4B1E-EDEA48E5B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AF79308-FA69-6F6E-6CD1-F44045374C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97271D-1390-203E-DAE0-5E43DA4A1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24" y="928688"/>
            <a:ext cx="80105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89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88F907-AA69-8D62-09B0-7B145F3E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4372"/>
            <a:ext cx="9144000" cy="343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62395B-2034-66C5-2B05-D715ECFF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4107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30EB3F-21DF-6F00-439A-36AB1C0CA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B0FB47-D40E-F0C7-058D-24DB4FE61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12" y="1309688"/>
            <a:ext cx="79819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626776E-FCC8-F13B-C66E-A73F35314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6274"/>
            <a:ext cx="9144000" cy="341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D14A36-5D4A-C4B3-E36A-4F523543B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157"/>
            <a:ext cx="9144000" cy="262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7C179A-E26C-3CAA-97FA-82A9A6BD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0663"/>
            <a:ext cx="9144000" cy="388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3B7291-6D92-14DA-3CE6-4486EADB8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569"/>
            <a:ext cx="9144000" cy="275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ECE25-AC21-A7D3-5461-977DF57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866DD6-383B-7387-A9D4-E1185B62D9D3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Impactos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D9B1D3-8ED7-3281-CE94-2844EB8C0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544"/>
            <a:ext cx="9144000" cy="403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5406957-2228-4F64-B8F3-F9AEEACD2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63" y="597665"/>
            <a:ext cx="78676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5032</TotalTime>
  <Words>82</Words>
  <Application>Microsoft Office PowerPoint</Application>
  <PresentationFormat>Presentación en pantalla (16:9)</PresentationFormat>
  <Paragraphs>20</Paragraphs>
  <Slides>17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548</cp:revision>
  <dcterms:modified xsi:type="dcterms:W3CDTF">2026-10-23T16:09:08Z</dcterms:modified>
</cp:coreProperties>
</file>