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78" r:id="rId5"/>
    <p:sldId id="381" r:id="rId6"/>
    <p:sldId id="383" r:id="rId7"/>
    <p:sldId id="382" r:id="rId8"/>
    <p:sldId id="281" r:id="rId9"/>
    <p:sldId id="351" r:id="rId10"/>
    <p:sldId id="369" r:id="rId11"/>
    <p:sldId id="361" r:id="rId12"/>
    <p:sldId id="371" r:id="rId13"/>
    <p:sldId id="370" r:id="rId14"/>
    <p:sldId id="380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691B31"/>
    <a:srgbClr val="3A3A3A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17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10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EBCC5A-BA44-4981-1EAF-260F5E35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9144000" cy="421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B76ACC4-B993-D9C6-B93C-0C7A0F8D7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9485"/>
            <a:ext cx="9144000" cy="306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16EE22-A1EF-8FDC-DC81-9A1E59F4AD8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6473" y="411003"/>
            <a:ext cx="7338029" cy="473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29B5DC-5A0B-71AE-B881-F8625CB85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9144000" cy="423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3E90D07-3C7A-2759-F2C8-F2BA3705CB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C04D8A-E792-4956-0942-B909A43D9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7573"/>
            <a:ext cx="4579332" cy="305122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231FACB-F845-8D7E-9634-DE1978EC0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88" y="1117572"/>
            <a:ext cx="4581847" cy="305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6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0DDD7D1-6134-6DD8-BA7B-8FA9C54732C2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9BE16C-6831-19EA-F2AD-14EC2ACBB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47" y="604563"/>
            <a:ext cx="8106906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0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0A5D84-3323-5CBC-905B-E6BAED934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247"/>
            <a:ext cx="9144000" cy="443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2BD212D-E464-2117-1A7B-C1B37BBA4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024"/>
            <a:ext cx="9144000" cy="323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87F604-8FD1-C87C-5EE2-D4D60C64E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286"/>
            <a:ext cx="9144000" cy="419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C7705C-288D-473E-759B-929852521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7893"/>
            <a:ext cx="9144000" cy="346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DB53EC-B071-B512-4B81-693031339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969"/>
            <a:ext cx="9144000" cy="259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A16960-64DE-1AEB-058A-501E75369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9936"/>
            <a:ext cx="9144000" cy="238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F01142-13D0-82A1-92FB-22CAC2BD3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3" y="1247590"/>
            <a:ext cx="7154273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3535</TotalTime>
  <Words>74</Words>
  <Application>Microsoft Office PowerPoint</Application>
  <PresentationFormat>Presentación en pantalla (16:9)</PresentationFormat>
  <Paragraphs>18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Segoe UI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336</cp:revision>
  <dcterms:modified xsi:type="dcterms:W3CDTF">2026-04-11T00:21:00Z</dcterms:modified>
</cp:coreProperties>
</file>