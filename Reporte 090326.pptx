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280" r:id="rId16"/>
  </p:sldIdLst>
  <p:sldSz cx="9144000" cy="5143500" type="screen16x9"/>
  <p:notesSz cx="6858000" cy="9144000"/>
  <p:embeddedFontLst>
    <p:embeddedFont>
      <p:font typeface="Montserrat" pitchFamily="2" charset="0"/>
      <p:regular r:id="rId18"/>
      <p:bold r:id="rId19"/>
      <p:italic r:id="rId20"/>
      <p:boldItalic r:id="rId21"/>
    </p:embeddedFont>
    <p:embeddedFont>
      <p:font typeface="Montserrat Black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08" y="27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9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9A1DF3-0170-2046-CF13-D084D0976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47" y="430653"/>
            <a:ext cx="7312881" cy="471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1873562-1A56-3592-BB2B-0A8CB7921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9647"/>
            <a:ext cx="9144000" cy="362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D69887A-B366-ABE1-2A3C-176C7DBD5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735"/>
            <a:ext cx="9144000" cy="466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8CA0235-FB6C-33C8-776A-EFC0312A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8195"/>
            <a:ext cx="9144000" cy="150135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8400EF-7A82-2907-BFF5-E2E3F4D51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" y="1570092"/>
            <a:ext cx="3394737" cy="3573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2360639-394F-02A9-657F-4F7607018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3280" y="1927652"/>
            <a:ext cx="4490720" cy="140443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45C03E2-A1BC-0C5B-4E3C-52CB7C743E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280" y="3246730"/>
            <a:ext cx="4490720" cy="170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9A9E99E-A644-BA5E-5EDA-707A11AFA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3" y="523220"/>
            <a:ext cx="4524737" cy="46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1C41F6F-C7E3-8FE9-0268-366DE1335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263" y="523220"/>
            <a:ext cx="4524737" cy="46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8B76088-4EF3-145D-9AED-35B3F0235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59" y="523220"/>
            <a:ext cx="3532143" cy="36372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8D945F1-B8E7-D136-5F09-3BF4AC842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408" y="514648"/>
            <a:ext cx="2934109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EF30254-373A-858A-CD24-6CCE72635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951"/>
            <a:ext cx="9144000" cy="3355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77520B-FC57-D5D1-FC00-5D2571165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5772"/>
            <a:ext cx="9144000" cy="447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A50C18B-1BB5-9DAE-2162-4526F3DBA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6706"/>
            <a:ext cx="9144000" cy="32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0F2A4F-7BAF-9FC3-8A5E-9929A72D3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7625"/>
            <a:ext cx="9144000" cy="368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1C797CC-67B3-C49F-567D-94745CD2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0520"/>
            <a:ext cx="9144000" cy="348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0FCF9A-C243-106E-9DD3-8780C6D6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584"/>
            <a:ext cx="9144000" cy="271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40DE82-FF8E-8740-8EA6-89B870B7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592"/>
            <a:ext cx="9144000" cy="240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0BD0867-6E1A-BF40-FCDB-A6B530D7A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522" y="337825"/>
            <a:ext cx="5772956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3006</TotalTime>
  <Words>78</Words>
  <Application>Microsoft Office PowerPoint</Application>
  <PresentationFormat>Presentación en pantalla (16:9)</PresentationFormat>
  <Paragraphs>18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295</cp:revision>
  <dcterms:modified xsi:type="dcterms:W3CDTF">2026-03-09T18:48:23Z</dcterms:modified>
</cp:coreProperties>
</file>