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06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36C8D9-6FC0-90A2-8034-5BD22D96E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3439"/>
            <a:ext cx="9144000" cy="411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D616E7-8683-5546-1A11-851B92628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583"/>
            <a:ext cx="9144000" cy="309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D5957F-D94E-CD7A-EAA8-84AEAC069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74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3907DC-4F09-7404-83CA-D7C9F1D9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" y="904875"/>
            <a:ext cx="69246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C1593B-DF39-11F1-2A04-700ABEFA3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603"/>
            <a:ext cx="9144000" cy="414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778126-5F2B-FED7-E07F-564F411D6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4" y="7803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9A7665-DB05-E6C7-8D87-18499F143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62" y="7731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54AF60-49CE-7A03-B718-41C78371A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474" y="781050"/>
            <a:ext cx="4010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F68E3A-A6CA-3DC7-4249-697609BE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713298"/>
            <a:ext cx="9144000" cy="385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62A28F-854D-1295-3A54-D6DAF643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878"/>
            <a:ext cx="9144000" cy="299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A3FE22-E6E9-70FD-927E-DE3464EC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454109"/>
            <a:ext cx="9144000" cy="437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0C92A6-BE2B-AB10-E610-1BFED522DC9B}"/>
              </a:ext>
            </a:extLst>
          </p:cNvPr>
          <p:cNvSpPr txBox="1"/>
          <p:nvPr/>
        </p:nvSpPr>
        <p:spPr>
          <a:xfrm>
            <a:off x="1699200" y="2255886"/>
            <a:ext cx="574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radiodifusoras</a:t>
            </a:r>
          </a:p>
        </p:txBody>
      </p:sp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74ECA6-5001-06F4-F55F-7C3DF27C8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90"/>
            <a:ext cx="9144000" cy="437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174850-78E0-1780-3001-E6CE0D9C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4" y="704850"/>
            <a:ext cx="58102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4903</TotalTime>
  <Words>85</Words>
  <Application>Microsoft Office PowerPoint</Application>
  <PresentationFormat>Presentación en pantalla (16:9)</PresentationFormat>
  <Paragraphs>20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523</cp:revision>
  <dcterms:modified xsi:type="dcterms:W3CDTF">2026-10-06T15:05:31Z</dcterms:modified>
</cp:coreProperties>
</file>