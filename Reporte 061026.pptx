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4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06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36C8D9-6FC0-90A2-8034-5BD22D96E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439"/>
            <a:ext cx="9144000" cy="4119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D616E7-8683-5546-1A11-851B92628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583"/>
            <a:ext cx="9144000" cy="3091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3D5957F-D94E-CD7A-EAA8-84AEAC069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174" y="691088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3907DC-4F09-7404-83CA-D7C9F1D9C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662" y="904875"/>
            <a:ext cx="6924675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C1593B-DF39-11F1-2A04-700ABEFA3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8603"/>
            <a:ext cx="9144000" cy="4149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C778126-5F2B-FED7-E07F-564F411D6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174" y="780300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39A7665-DB05-E6C7-8D87-18499F143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62" y="773100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54AF60-49CE-7A03-B718-41C78371A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474" y="781050"/>
            <a:ext cx="40100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8E37B5-B9EC-9879-0CC2-10FFAB20A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7026"/>
            <a:ext cx="9144000" cy="42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1077FBF-1B40-1710-2099-EBFC58BA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0844"/>
            <a:ext cx="9144000" cy="328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0831E63-1FA7-FE63-41D1-28CB7354B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1019"/>
            <a:ext cx="9144000" cy="346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C6D13A-79A1-EBA4-A1B6-5C8F7FAEE4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8226"/>
            <a:ext cx="9144000" cy="336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EBB9478-F055-6151-F825-04298F9BD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3717"/>
            <a:ext cx="9144000" cy="447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945C0-F70E-13C6-898F-1A7B2C284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BE0C88-EC1D-CCB4-1CC7-50C27412A870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696B9A-1A9E-864A-E939-0E4E1011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9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700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BAE8A6-46A0-43EF-0C5D-666D7BB2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8962" y="728662"/>
            <a:ext cx="2886075" cy="3686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4904</TotalTime>
  <Words>82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</vt:lpstr>
      <vt:lpstr>Arial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524</cp:revision>
  <dcterms:modified xsi:type="dcterms:W3CDTF">2026-10-06T23:38:40Z</dcterms:modified>
</cp:coreProperties>
</file>